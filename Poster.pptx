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Lst>
  <p:sldSz cx="21383625" cy="30545088"/>
  <p:notesSz cx="6858000" cy="9144000"/>
  <p:defaultTextStyle>
    <a:defPPr>
      <a:defRPr lang="en-US"/>
    </a:defPPr>
    <a:lvl1pPr marL="0" algn="l" defTabSz="2119488" rtl="0" eaLnBrk="1" latinLnBrk="0" hangingPunct="1">
      <a:defRPr sz="4172" kern="1200">
        <a:solidFill>
          <a:schemeClr val="tx1"/>
        </a:solidFill>
        <a:latin typeface="+mn-lt"/>
        <a:ea typeface="+mn-ea"/>
        <a:cs typeface="+mn-cs"/>
      </a:defRPr>
    </a:lvl1pPr>
    <a:lvl2pPr marL="1059744" algn="l" defTabSz="2119488" rtl="0" eaLnBrk="1" latinLnBrk="0" hangingPunct="1">
      <a:defRPr sz="4172" kern="1200">
        <a:solidFill>
          <a:schemeClr val="tx1"/>
        </a:solidFill>
        <a:latin typeface="+mn-lt"/>
        <a:ea typeface="+mn-ea"/>
        <a:cs typeface="+mn-cs"/>
      </a:defRPr>
    </a:lvl2pPr>
    <a:lvl3pPr marL="2119488" algn="l" defTabSz="2119488" rtl="0" eaLnBrk="1" latinLnBrk="0" hangingPunct="1">
      <a:defRPr sz="4172" kern="1200">
        <a:solidFill>
          <a:schemeClr val="tx1"/>
        </a:solidFill>
        <a:latin typeface="+mn-lt"/>
        <a:ea typeface="+mn-ea"/>
        <a:cs typeface="+mn-cs"/>
      </a:defRPr>
    </a:lvl3pPr>
    <a:lvl4pPr marL="3179232" algn="l" defTabSz="2119488" rtl="0" eaLnBrk="1" latinLnBrk="0" hangingPunct="1">
      <a:defRPr sz="4172" kern="1200">
        <a:solidFill>
          <a:schemeClr val="tx1"/>
        </a:solidFill>
        <a:latin typeface="+mn-lt"/>
        <a:ea typeface="+mn-ea"/>
        <a:cs typeface="+mn-cs"/>
      </a:defRPr>
    </a:lvl4pPr>
    <a:lvl5pPr marL="4238976" algn="l" defTabSz="2119488" rtl="0" eaLnBrk="1" latinLnBrk="0" hangingPunct="1">
      <a:defRPr sz="4172" kern="1200">
        <a:solidFill>
          <a:schemeClr val="tx1"/>
        </a:solidFill>
        <a:latin typeface="+mn-lt"/>
        <a:ea typeface="+mn-ea"/>
        <a:cs typeface="+mn-cs"/>
      </a:defRPr>
    </a:lvl5pPr>
    <a:lvl6pPr marL="5298719" algn="l" defTabSz="2119488" rtl="0" eaLnBrk="1" latinLnBrk="0" hangingPunct="1">
      <a:defRPr sz="4172" kern="1200">
        <a:solidFill>
          <a:schemeClr val="tx1"/>
        </a:solidFill>
        <a:latin typeface="+mn-lt"/>
        <a:ea typeface="+mn-ea"/>
        <a:cs typeface="+mn-cs"/>
      </a:defRPr>
    </a:lvl6pPr>
    <a:lvl7pPr marL="6358463" algn="l" defTabSz="2119488" rtl="0" eaLnBrk="1" latinLnBrk="0" hangingPunct="1">
      <a:defRPr sz="4172" kern="1200">
        <a:solidFill>
          <a:schemeClr val="tx1"/>
        </a:solidFill>
        <a:latin typeface="+mn-lt"/>
        <a:ea typeface="+mn-ea"/>
        <a:cs typeface="+mn-cs"/>
      </a:defRPr>
    </a:lvl7pPr>
    <a:lvl8pPr marL="7418207" algn="l" defTabSz="2119488" rtl="0" eaLnBrk="1" latinLnBrk="0" hangingPunct="1">
      <a:defRPr sz="4172" kern="1200">
        <a:solidFill>
          <a:schemeClr val="tx1"/>
        </a:solidFill>
        <a:latin typeface="+mn-lt"/>
        <a:ea typeface="+mn-ea"/>
        <a:cs typeface="+mn-cs"/>
      </a:defRPr>
    </a:lvl8pPr>
    <a:lvl9pPr marL="8477951" algn="l" defTabSz="2119488" rtl="0" eaLnBrk="1" latinLnBrk="0" hangingPunct="1">
      <a:defRPr sz="4172"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13368" autoAdjust="0"/>
    <p:restoredTop sz="94660"/>
  </p:normalViewPr>
  <p:slideViewPr>
    <p:cSldViewPr snapToGrid="0">
      <p:cViewPr>
        <p:scale>
          <a:sx n="25" d="100"/>
          <a:sy n="25" d="100"/>
        </p:scale>
        <p:origin x="1980" y="1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603772" y="4998932"/>
            <a:ext cx="18176081" cy="10634216"/>
          </a:xfrm>
        </p:spPr>
        <p:txBody>
          <a:bodyPr anchor="b"/>
          <a:lstStyle>
            <a:lvl1pPr algn="ctr">
              <a:defRPr sz="14031"/>
            </a:lvl1pPr>
          </a:lstStyle>
          <a:p>
            <a:r>
              <a:rPr lang="en-US"/>
              <a:t>Click to edit Master title style</a:t>
            </a:r>
            <a:endParaRPr lang="en-US" dirty="0"/>
          </a:p>
        </p:txBody>
      </p:sp>
      <p:sp>
        <p:nvSpPr>
          <p:cNvPr id="3" name="Subtitle 2"/>
          <p:cNvSpPr>
            <a:spLocks noGrp="1"/>
          </p:cNvSpPr>
          <p:nvPr>
            <p:ph type="subTitle" idx="1"/>
          </p:nvPr>
        </p:nvSpPr>
        <p:spPr>
          <a:xfrm>
            <a:off x="2672953" y="16043244"/>
            <a:ext cx="16037719" cy="7374657"/>
          </a:xfrm>
        </p:spPr>
        <p:txBody>
          <a:bodyPr/>
          <a:lstStyle>
            <a:lvl1pPr marL="0" indent="0" algn="ctr">
              <a:buNone/>
              <a:defRPr sz="5612"/>
            </a:lvl1pPr>
            <a:lvl2pPr marL="1069162" indent="0" algn="ctr">
              <a:buNone/>
              <a:defRPr sz="4677"/>
            </a:lvl2pPr>
            <a:lvl3pPr marL="2138324" indent="0" algn="ctr">
              <a:buNone/>
              <a:defRPr sz="4209"/>
            </a:lvl3pPr>
            <a:lvl4pPr marL="3207487" indent="0" algn="ctr">
              <a:buNone/>
              <a:defRPr sz="3742"/>
            </a:lvl4pPr>
            <a:lvl5pPr marL="4276649" indent="0" algn="ctr">
              <a:buNone/>
              <a:defRPr sz="3742"/>
            </a:lvl5pPr>
            <a:lvl6pPr marL="5345811" indent="0" algn="ctr">
              <a:buNone/>
              <a:defRPr sz="3742"/>
            </a:lvl6pPr>
            <a:lvl7pPr marL="6414973" indent="0" algn="ctr">
              <a:buNone/>
              <a:defRPr sz="3742"/>
            </a:lvl7pPr>
            <a:lvl8pPr marL="7484135" indent="0" algn="ctr">
              <a:buNone/>
              <a:defRPr sz="3742"/>
            </a:lvl8pPr>
            <a:lvl9pPr marL="8553298" indent="0" algn="ctr">
              <a:buNone/>
              <a:defRPr sz="3742"/>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53E2C6-8CDE-4FA4-9434-0173729C9153}" type="datetimeFigureOut">
              <a:rPr lang="en-IN" smtClean="0"/>
              <a:t>14-04-2026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AA8FA1BF-A921-4444-88C6-9EFD5BFD1773}" type="slidenum">
              <a:rPr lang="en-IN" smtClean="0"/>
              <a:t>‹#›</a:t>
            </a:fld>
            <a:endParaRPr lang="en-IN" dirty="0"/>
          </a:p>
        </p:txBody>
      </p:sp>
    </p:spTree>
    <p:extLst>
      <p:ext uri="{BB962C8B-B14F-4D97-AF65-F5344CB8AC3E}">
        <p14:creationId xmlns:p14="http://schemas.microsoft.com/office/powerpoint/2010/main" val="8128420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53E2C6-8CDE-4FA4-9434-0173729C9153}" type="datetimeFigureOut">
              <a:rPr lang="en-IN" smtClean="0"/>
              <a:t>14-04-2026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AA8FA1BF-A921-4444-88C6-9EFD5BFD1773}" type="slidenum">
              <a:rPr lang="en-IN" smtClean="0"/>
              <a:t>‹#›</a:t>
            </a:fld>
            <a:endParaRPr lang="en-IN" dirty="0"/>
          </a:p>
        </p:txBody>
      </p:sp>
    </p:spTree>
    <p:extLst>
      <p:ext uri="{BB962C8B-B14F-4D97-AF65-F5344CB8AC3E}">
        <p14:creationId xmlns:p14="http://schemas.microsoft.com/office/powerpoint/2010/main" val="31008123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8988" y="7615069"/>
            <a:ext cx="18443377" cy="12705906"/>
          </a:xfrm>
        </p:spPr>
        <p:txBody>
          <a:bodyPr anchor="b"/>
          <a:lstStyle>
            <a:lvl1pPr>
              <a:defRPr sz="14031"/>
            </a:lvl1pPr>
          </a:lstStyle>
          <a:p>
            <a:r>
              <a:rPr lang="en-US"/>
              <a:t>Click to edit Master title style</a:t>
            </a:r>
            <a:endParaRPr lang="en-US" dirty="0"/>
          </a:p>
        </p:txBody>
      </p:sp>
      <p:sp>
        <p:nvSpPr>
          <p:cNvPr id="3" name="Text Placeholder 2"/>
          <p:cNvSpPr>
            <a:spLocks noGrp="1"/>
          </p:cNvSpPr>
          <p:nvPr>
            <p:ph type="body" idx="1"/>
          </p:nvPr>
        </p:nvSpPr>
        <p:spPr>
          <a:xfrm>
            <a:off x="1458988" y="20441178"/>
            <a:ext cx="18443377" cy="6681736"/>
          </a:xfrm>
        </p:spPr>
        <p:txBody>
          <a:bodyPr/>
          <a:lstStyle>
            <a:lvl1pPr marL="0" indent="0">
              <a:buNone/>
              <a:defRPr sz="5612">
                <a:solidFill>
                  <a:schemeClr val="tx1"/>
                </a:solidFill>
              </a:defRPr>
            </a:lvl1pPr>
            <a:lvl2pPr marL="1069162" indent="0">
              <a:buNone/>
              <a:defRPr sz="4677">
                <a:solidFill>
                  <a:schemeClr val="tx1">
                    <a:tint val="75000"/>
                  </a:schemeClr>
                </a:solidFill>
              </a:defRPr>
            </a:lvl2pPr>
            <a:lvl3pPr marL="2138324" indent="0">
              <a:buNone/>
              <a:defRPr sz="4209">
                <a:solidFill>
                  <a:schemeClr val="tx1">
                    <a:tint val="75000"/>
                  </a:schemeClr>
                </a:solidFill>
              </a:defRPr>
            </a:lvl3pPr>
            <a:lvl4pPr marL="3207487" indent="0">
              <a:buNone/>
              <a:defRPr sz="3742">
                <a:solidFill>
                  <a:schemeClr val="tx1">
                    <a:tint val="75000"/>
                  </a:schemeClr>
                </a:solidFill>
              </a:defRPr>
            </a:lvl4pPr>
            <a:lvl5pPr marL="4276649" indent="0">
              <a:buNone/>
              <a:defRPr sz="3742">
                <a:solidFill>
                  <a:schemeClr val="tx1">
                    <a:tint val="75000"/>
                  </a:schemeClr>
                </a:solidFill>
              </a:defRPr>
            </a:lvl5pPr>
            <a:lvl6pPr marL="5345811" indent="0">
              <a:buNone/>
              <a:defRPr sz="3742">
                <a:solidFill>
                  <a:schemeClr val="tx1">
                    <a:tint val="75000"/>
                  </a:schemeClr>
                </a:solidFill>
              </a:defRPr>
            </a:lvl6pPr>
            <a:lvl7pPr marL="6414973" indent="0">
              <a:buNone/>
              <a:defRPr sz="3742">
                <a:solidFill>
                  <a:schemeClr val="tx1">
                    <a:tint val="75000"/>
                  </a:schemeClr>
                </a:solidFill>
              </a:defRPr>
            </a:lvl7pPr>
            <a:lvl8pPr marL="7484135" indent="0">
              <a:buNone/>
              <a:defRPr sz="3742">
                <a:solidFill>
                  <a:schemeClr val="tx1">
                    <a:tint val="75000"/>
                  </a:schemeClr>
                </a:solidFill>
              </a:defRPr>
            </a:lvl8pPr>
            <a:lvl9pPr marL="8553298" indent="0">
              <a:buNone/>
              <a:defRPr sz="3742">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53E2C6-8CDE-4FA4-9434-0173729C9153}" type="datetimeFigureOut">
              <a:rPr lang="en-IN" smtClean="0"/>
              <a:t>14-04-2026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AA8FA1BF-A921-4444-88C6-9EFD5BFD1773}" type="slidenum">
              <a:rPr lang="en-IN" smtClean="0"/>
              <a:t>‹#›</a:t>
            </a:fld>
            <a:endParaRPr lang="en-IN" dirty="0"/>
          </a:p>
        </p:txBody>
      </p:sp>
    </p:spTree>
    <p:extLst>
      <p:ext uri="{BB962C8B-B14F-4D97-AF65-F5344CB8AC3E}">
        <p14:creationId xmlns:p14="http://schemas.microsoft.com/office/powerpoint/2010/main" val="40351590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470124" y="8131215"/>
            <a:ext cx="9088041" cy="1938057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10825460" y="8131215"/>
            <a:ext cx="9088041" cy="1938057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53E2C6-8CDE-4FA4-9434-0173729C9153}" type="datetimeFigureOut">
              <a:rPr lang="en-IN" smtClean="0"/>
              <a:t>14-04-2026</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AA8FA1BF-A921-4444-88C6-9EFD5BFD1773}" type="slidenum">
              <a:rPr lang="en-IN" smtClean="0"/>
              <a:t>‹#›</a:t>
            </a:fld>
            <a:endParaRPr lang="en-IN" dirty="0"/>
          </a:p>
        </p:txBody>
      </p:sp>
    </p:spTree>
    <p:extLst>
      <p:ext uri="{BB962C8B-B14F-4D97-AF65-F5344CB8AC3E}">
        <p14:creationId xmlns:p14="http://schemas.microsoft.com/office/powerpoint/2010/main" val="14281645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72909" y="1626250"/>
            <a:ext cx="18443377" cy="5903972"/>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72912" y="7487791"/>
            <a:ext cx="9046274" cy="3669651"/>
          </a:xfrm>
        </p:spPr>
        <p:txBody>
          <a:bodyPr anchor="b"/>
          <a:lstStyle>
            <a:lvl1pPr marL="0" indent="0">
              <a:buNone/>
              <a:defRPr sz="5612" b="1"/>
            </a:lvl1pPr>
            <a:lvl2pPr marL="1069162" indent="0">
              <a:buNone/>
              <a:defRPr sz="4677" b="1"/>
            </a:lvl2pPr>
            <a:lvl3pPr marL="2138324" indent="0">
              <a:buNone/>
              <a:defRPr sz="4209" b="1"/>
            </a:lvl3pPr>
            <a:lvl4pPr marL="3207487" indent="0">
              <a:buNone/>
              <a:defRPr sz="3742" b="1"/>
            </a:lvl4pPr>
            <a:lvl5pPr marL="4276649" indent="0">
              <a:buNone/>
              <a:defRPr sz="3742" b="1"/>
            </a:lvl5pPr>
            <a:lvl6pPr marL="5345811" indent="0">
              <a:buNone/>
              <a:defRPr sz="3742" b="1"/>
            </a:lvl6pPr>
            <a:lvl7pPr marL="6414973" indent="0">
              <a:buNone/>
              <a:defRPr sz="3742" b="1"/>
            </a:lvl7pPr>
            <a:lvl8pPr marL="7484135" indent="0">
              <a:buNone/>
              <a:defRPr sz="3742" b="1"/>
            </a:lvl8pPr>
            <a:lvl9pPr marL="8553298" indent="0">
              <a:buNone/>
              <a:defRPr sz="3742" b="1"/>
            </a:lvl9pPr>
          </a:lstStyle>
          <a:p>
            <a:pPr lvl="0"/>
            <a:r>
              <a:rPr lang="en-US"/>
              <a:t>Click to edit Master text styles</a:t>
            </a:r>
          </a:p>
        </p:txBody>
      </p:sp>
      <p:sp>
        <p:nvSpPr>
          <p:cNvPr id="4" name="Content Placeholder 3"/>
          <p:cNvSpPr>
            <a:spLocks noGrp="1"/>
          </p:cNvSpPr>
          <p:nvPr>
            <p:ph sz="half" idx="2"/>
          </p:nvPr>
        </p:nvSpPr>
        <p:spPr>
          <a:xfrm>
            <a:off x="1472912" y="11157442"/>
            <a:ext cx="9046274" cy="164109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10825461" y="7487791"/>
            <a:ext cx="9090826" cy="3669651"/>
          </a:xfrm>
        </p:spPr>
        <p:txBody>
          <a:bodyPr anchor="b"/>
          <a:lstStyle>
            <a:lvl1pPr marL="0" indent="0">
              <a:buNone/>
              <a:defRPr sz="5612" b="1"/>
            </a:lvl1pPr>
            <a:lvl2pPr marL="1069162" indent="0">
              <a:buNone/>
              <a:defRPr sz="4677" b="1"/>
            </a:lvl2pPr>
            <a:lvl3pPr marL="2138324" indent="0">
              <a:buNone/>
              <a:defRPr sz="4209" b="1"/>
            </a:lvl3pPr>
            <a:lvl4pPr marL="3207487" indent="0">
              <a:buNone/>
              <a:defRPr sz="3742" b="1"/>
            </a:lvl4pPr>
            <a:lvl5pPr marL="4276649" indent="0">
              <a:buNone/>
              <a:defRPr sz="3742" b="1"/>
            </a:lvl5pPr>
            <a:lvl6pPr marL="5345811" indent="0">
              <a:buNone/>
              <a:defRPr sz="3742" b="1"/>
            </a:lvl6pPr>
            <a:lvl7pPr marL="6414973" indent="0">
              <a:buNone/>
              <a:defRPr sz="3742" b="1"/>
            </a:lvl7pPr>
            <a:lvl8pPr marL="7484135" indent="0">
              <a:buNone/>
              <a:defRPr sz="3742" b="1"/>
            </a:lvl8pPr>
            <a:lvl9pPr marL="8553298" indent="0">
              <a:buNone/>
              <a:defRPr sz="3742" b="1"/>
            </a:lvl9pPr>
          </a:lstStyle>
          <a:p>
            <a:pPr lvl="0"/>
            <a:r>
              <a:rPr lang="en-US"/>
              <a:t>Click to edit Master text styles</a:t>
            </a:r>
          </a:p>
        </p:txBody>
      </p:sp>
      <p:sp>
        <p:nvSpPr>
          <p:cNvPr id="6" name="Content Placeholder 5"/>
          <p:cNvSpPr>
            <a:spLocks noGrp="1"/>
          </p:cNvSpPr>
          <p:nvPr>
            <p:ph sz="quarter" idx="4"/>
          </p:nvPr>
        </p:nvSpPr>
        <p:spPr>
          <a:xfrm>
            <a:off x="10825461" y="11157442"/>
            <a:ext cx="9090826" cy="164109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53E2C6-8CDE-4FA4-9434-0173729C9153}" type="datetimeFigureOut">
              <a:rPr lang="en-IN" smtClean="0"/>
              <a:t>14-04-2026</a:t>
            </a:fld>
            <a:endParaRPr lang="en-IN" dirty="0"/>
          </a:p>
        </p:txBody>
      </p:sp>
      <p:sp>
        <p:nvSpPr>
          <p:cNvPr id="8" name="Footer Placeholder 7"/>
          <p:cNvSpPr>
            <a:spLocks noGrp="1"/>
          </p:cNvSpPr>
          <p:nvPr>
            <p:ph type="ftr" sz="quarter" idx="11"/>
          </p:nvPr>
        </p:nvSpPr>
        <p:spPr/>
        <p:txBody>
          <a:bodyPr/>
          <a:lstStyle/>
          <a:p>
            <a:endParaRPr lang="en-IN" dirty="0"/>
          </a:p>
        </p:txBody>
      </p:sp>
      <p:sp>
        <p:nvSpPr>
          <p:cNvPr id="9" name="Slide Number Placeholder 8"/>
          <p:cNvSpPr>
            <a:spLocks noGrp="1"/>
          </p:cNvSpPr>
          <p:nvPr>
            <p:ph type="sldNum" sz="quarter" idx="12"/>
          </p:nvPr>
        </p:nvSpPr>
        <p:spPr/>
        <p:txBody>
          <a:bodyPr/>
          <a:lstStyle/>
          <a:p>
            <a:fld id="{AA8FA1BF-A921-4444-88C6-9EFD5BFD1773}" type="slidenum">
              <a:rPr lang="en-IN" smtClean="0"/>
              <a:t>‹#›</a:t>
            </a:fld>
            <a:endParaRPr lang="en-IN" dirty="0"/>
          </a:p>
        </p:txBody>
      </p:sp>
    </p:spTree>
    <p:extLst>
      <p:ext uri="{BB962C8B-B14F-4D97-AF65-F5344CB8AC3E}">
        <p14:creationId xmlns:p14="http://schemas.microsoft.com/office/powerpoint/2010/main" val="39570546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53E2C6-8CDE-4FA4-9434-0173729C9153}" type="datetimeFigureOut">
              <a:rPr lang="en-IN" smtClean="0"/>
              <a:t>14-04-2026</a:t>
            </a:fld>
            <a:endParaRPr lang="en-IN" dirty="0"/>
          </a:p>
        </p:txBody>
      </p:sp>
      <p:sp>
        <p:nvSpPr>
          <p:cNvPr id="4" name="Footer Placeholder 3"/>
          <p:cNvSpPr>
            <a:spLocks noGrp="1"/>
          </p:cNvSpPr>
          <p:nvPr>
            <p:ph type="ftr" sz="quarter" idx="11"/>
          </p:nvPr>
        </p:nvSpPr>
        <p:spPr/>
        <p:txBody>
          <a:bodyPr/>
          <a:lstStyle/>
          <a:p>
            <a:endParaRPr lang="en-IN" dirty="0"/>
          </a:p>
        </p:txBody>
      </p:sp>
      <p:sp>
        <p:nvSpPr>
          <p:cNvPr id="5" name="Slide Number Placeholder 4"/>
          <p:cNvSpPr>
            <a:spLocks noGrp="1"/>
          </p:cNvSpPr>
          <p:nvPr>
            <p:ph type="sldNum" sz="quarter" idx="12"/>
          </p:nvPr>
        </p:nvSpPr>
        <p:spPr/>
        <p:txBody>
          <a:bodyPr/>
          <a:lstStyle/>
          <a:p>
            <a:fld id="{AA8FA1BF-A921-4444-88C6-9EFD5BFD1773}" type="slidenum">
              <a:rPr lang="en-IN" smtClean="0"/>
              <a:t>‹#›</a:t>
            </a:fld>
            <a:endParaRPr lang="en-IN" dirty="0"/>
          </a:p>
        </p:txBody>
      </p:sp>
    </p:spTree>
    <p:extLst>
      <p:ext uri="{BB962C8B-B14F-4D97-AF65-F5344CB8AC3E}">
        <p14:creationId xmlns:p14="http://schemas.microsoft.com/office/powerpoint/2010/main" val="11260699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53E2C6-8CDE-4FA4-9434-0173729C9153}" type="datetimeFigureOut">
              <a:rPr lang="en-IN" smtClean="0"/>
              <a:t>14-04-2026</a:t>
            </a:fld>
            <a:endParaRPr lang="en-IN" dirty="0"/>
          </a:p>
        </p:txBody>
      </p:sp>
      <p:sp>
        <p:nvSpPr>
          <p:cNvPr id="3" name="Footer Placeholder 2"/>
          <p:cNvSpPr>
            <a:spLocks noGrp="1"/>
          </p:cNvSpPr>
          <p:nvPr>
            <p:ph type="ftr" sz="quarter" idx="11"/>
          </p:nvPr>
        </p:nvSpPr>
        <p:spPr/>
        <p:txBody>
          <a:bodyPr/>
          <a:lstStyle/>
          <a:p>
            <a:endParaRPr lang="en-IN" dirty="0"/>
          </a:p>
        </p:txBody>
      </p:sp>
      <p:sp>
        <p:nvSpPr>
          <p:cNvPr id="4" name="Slide Number Placeholder 3"/>
          <p:cNvSpPr>
            <a:spLocks noGrp="1"/>
          </p:cNvSpPr>
          <p:nvPr>
            <p:ph type="sldNum" sz="quarter" idx="12"/>
          </p:nvPr>
        </p:nvSpPr>
        <p:spPr/>
        <p:txBody>
          <a:bodyPr/>
          <a:lstStyle/>
          <a:p>
            <a:fld id="{AA8FA1BF-A921-4444-88C6-9EFD5BFD1773}" type="slidenum">
              <a:rPr lang="en-IN" smtClean="0"/>
              <a:t>‹#›</a:t>
            </a:fld>
            <a:endParaRPr lang="en-IN" dirty="0"/>
          </a:p>
        </p:txBody>
      </p:sp>
    </p:spTree>
    <p:extLst>
      <p:ext uri="{BB962C8B-B14F-4D97-AF65-F5344CB8AC3E}">
        <p14:creationId xmlns:p14="http://schemas.microsoft.com/office/powerpoint/2010/main" val="20981657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72909" y="2036339"/>
            <a:ext cx="6896776" cy="7127187"/>
          </a:xfrm>
        </p:spPr>
        <p:txBody>
          <a:bodyPr anchor="b"/>
          <a:lstStyle>
            <a:lvl1pPr>
              <a:defRPr sz="7483"/>
            </a:lvl1pPr>
          </a:lstStyle>
          <a:p>
            <a:r>
              <a:rPr lang="en-US"/>
              <a:t>Click to edit Master title style</a:t>
            </a:r>
            <a:endParaRPr lang="en-US" dirty="0"/>
          </a:p>
        </p:txBody>
      </p:sp>
      <p:sp>
        <p:nvSpPr>
          <p:cNvPr id="3" name="Content Placeholder 2"/>
          <p:cNvSpPr>
            <a:spLocks noGrp="1"/>
          </p:cNvSpPr>
          <p:nvPr>
            <p:ph idx="1"/>
          </p:nvPr>
        </p:nvSpPr>
        <p:spPr>
          <a:xfrm>
            <a:off x="9090826" y="4397934"/>
            <a:ext cx="10825460" cy="21706810"/>
          </a:xfrm>
        </p:spPr>
        <p:txBody>
          <a:bodyPr/>
          <a:lstStyle>
            <a:lvl1pPr>
              <a:defRPr sz="7483"/>
            </a:lvl1pPr>
            <a:lvl2pPr>
              <a:defRPr sz="6548"/>
            </a:lvl2pPr>
            <a:lvl3pPr>
              <a:defRPr sz="5612"/>
            </a:lvl3pPr>
            <a:lvl4pPr>
              <a:defRPr sz="4677"/>
            </a:lvl4pPr>
            <a:lvl5pPr>
              <a:defRPr sz="4677"/>
            </a:lvl5pPr>
            <a:lvl6pPr>
              <a:defRPr sz="4677"/>
            </a:lvl6pPr>
            <a:lvl7pPr>
              <a:defRPr sz="4677"/>
            </a:lvl7pPr>
            <a:lvl8pPr>
              <a:defRPr sz="4677"/>
            </a:lvl8pPr>
            <a:lvl9pPr>
              <a:defRPr sz="467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72909" y="9163526"/>
            <a:ext cx="6896776" cy="16976566"/>
          </a:xfrm>
        </p:spPr>
        <p:txBody>
          <a:bodyPr/>
          <a:lstStyle>
            <a:lvl1pPr marL="0" indent="0">
              <a:buNone/>
              <a:defRPr sz="3742"/>
            </a:lvl1pPr>
            <a:lvl2pPr marL="1069162" indent="0">
              <a:buNone/>
              <a:defRPr sz="3274"/>
            </a:lvl2pPr>
            <a:lvl3pPr marL="2138324" indent="0">
              <a:buNone/>
              <a:defRPr sz="2806"/>
            </a:lvl3pPr>
            <a:lvl4pPr marL="3207487" indent="0">
              <a:buNone/>
              <a:defRPr sz="2339"/>
            </a:lvl4pPr>
            <a:lvl5pPr marL="4276649" indent="0">
              <a:buNone/>
              <a:defRPr sz="2339"/>
            </a:lvl5pPr>
            <a:lvl6pPr marL="5345811" indent="0">
              <a:buNone/>
              <a:defRPr sz="2339"/>
            </a:lvl6pPr>
            <a:lvl7pPr marL="6414973" indent="0">
              <a:buNone/>
              <a:defRPr sz="2339"/>
            </a:lvl7pPr>
            <a:lvl8pPr marL="7484135" indent="0">
              <a:buNone/>
              <a:defRPr sz="2339"/>
            </a:lvl8pPr>
            <a:lvl9pPr marL="8553298" indent="0">
              <a:buNone/>
              <a:defRPr sz="2339"/>
            </a:lvl9pPr>
          </a:lstStyle>
          <a:p>
            <a:pPr lvl="0"/>
            <a:r>
              <a:rPr lang="en-US"/>
              <a:t>Click to edit Master text styles</a:t>
            </a:r>
          </a:p>
        </p:txBody>
      </p:sp>
      <p:sp>
        <p:nvSpPr>
          <p:cNvPr id="5" name="Date Placeholder 4"/>
          <p:cNvSpPr>
            <a:spLocks noGrp="1"/>
          </p:cNvSpPr>
          <p:nvPr>
            <p:ph type="dt" sz="half" idx="10"/>
          </p:nvPr>
        </p:nvSpPr>
        <p:spPr/>
        <p:txBody>
          <a:bodyPr/>
          <a:lstStyle/>
          <a:p>
            <a:fld id="{8453E2C6-8CDE-4FA4-9434-0173729C9153}" type="datetimeFigureOut">
              <a:rPr lang="en-IN" smtClean="0"/>
              <a:t>14-04-2026</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AA8FA1BF-A921-4444-88C6-9EFD5BFD1773}" type="slidenum">
              <a:rPr lang="en-IN" smtClean="0"/>
              <a:t>‹#›</a:t>
            </a:fld>
            <a:endParaRPr lang="en-IN" dirty="0"/>
          </a:p>
        </p:txBody>
      </p:sp>
    </p:spTree>
    <p:extLst>
      <p:ext uri="{BB962C8B-B14F-4D97-AF65-F5344CB8AC3E}">
        <p14:creationId xmlns:p14="http://schemas.microsoft.com/office/powerpoint/2010/main" val="42593720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72909" y="2036339"/>
            <a:ext cx="6896776" cy="7127187"/>
          </a:xfrm>
        </p:spPr>
        <p:txBody>
          <a:bodyPr anchor="b"/>
          <a:lstStyle>
            <a:lvl1pPr>
              <a:defRPr sz="7483"/>
            </a:lvl1pPr>
          </a:lstStyle>
          <a:p>
            <a:r>
              <a:rPr lang="en-US"/>
              <a:t>Click to edit Master title style</a:t>
            </a:r>
            <a:endParaRPr lang="en-US" dirty="0"/>
          </a:p>
        </p:txBody>
      </p:sp>
      <p:sp>
        <p:nvSpPr>
          <p:cNvPr id="3" name="Picture Placeholder 2"/>
          <p:cNvSpPr>
            <a:spLocks noGrp="1" noChangeAspect="1"/>
          </p:cNvSpPr>
          <p:nvPr>
            <p:ph type="pic" idx="1"/>
          </p:nvPr>
        </p:nvSpPr>
        <p:spPr>
          <a:xfrm>
            <a:off x="9090826" y="4397934"/>
            <a:ext cx="10825460" cy="21706810"/>
          </a:xfrm>
        </p:spPr>
        <p:txBody>
          <a:bodyPr anchor="t"/>
          <a:lstStyle>
            <a:lvl1pPr marL="0" indent="0">
              <a:buNone/>
              <a:defRPr sz="7483"/>
            </a:lvl1pPr>
            <a:lvl2pPr marL="1069162" indent="0">
              <a:buNone/>
              <a:defRPr sz="6548"/>
            </a:lvl2pPr>
            <a:lvl3pPr marL="2138324" indent="0">
              <a:buNone/>
              <a:defRPr sz="5612"/>
            </a:lvl3pPr>
            <a:lvl4pPr marL="3207487" indent="0">
              <a:buNone/>
              <a:defRPr sz="4677"/>
            </a:lvl4pPr>
            <a:lvl5pPr marL="4276649" indent="0">
              <a:buNone/>
              <a:defRPr sz="4677"/>
            </a:lvl5pPr>
            <a:lvl6pPr marL="5345811" indent="0">
              <a:buNone/>
              <a:defRPr sz="4677"/>
            </a:lvl6pPr>
            <a:lvl7pPr marL="6414973" indent="0">
              <a:buNone/>
              <a:defRPr sz="4677"/>
            </a:lvl7pPr>
            <a:lvl8pPr marL="7484135" indent="0">
              <a:buNone/>
              <a:defRPr sz="4677"/>
            </a:lvl8pPr>
            <a:lvl9pPr marL="8553298" indent="0">
              <a:buNone/>
              <a:defRPr sz="4677"/>
            </a:lvl9pPr>
          </a:lstStyle>
          <a:p>
            <a:r>
              <a:rPr lang="en-US" dirty="0"/>
              <a:t>Click icon to add picture</a:t>
            </a:r>
          </a:p>
        </p:txBody>
      </p:sp>
      <p:sp>
        <p:nvSpPr>
          <p:cNvPr id="4" name="Text Placeholder 3"/>
          <p:cNvSpPr>
            <a:spLocks noGrp="1"/>
          </p:cNvSpPr>
          <p:nvPr>
            <p:ph type="body" sz="half" idx="2"/>
          </p:nvPr>
        </p:nvSpPr>
        <p:spPr>
          <a:xfrm>
            <a:off x="1472909" y="9163526"/>
            <a:ext cx="6896776" cy="16976566"/>
          </a:xfrm>
        </p:spPr>
        <p:txBody>
          <a:bodyPr/>
          <a:lstStyle>
            <a:lvl1pPr marL="0" indent="0">
              <a:buNone/>
              <a:defRPr sz="3742"/>
            </a:lvl1pPr>
            <a:lvl2pPr marL="1069162" indent="0">
              <a:buNone/>
              <a:defRPr sz="3274"/>
            </a:lvl2pPr>
            <a:lvl3pPr marL="2138324" indent="0">
              <a:buNone/>
              <a:defRPr sz="2806"/>
            </a:lvl3pPr>
            <a:lvl4pPr marL="3207487" indent="0">
              <a:buNone/>
              <a:defRPr sz="2339"/>
            </a:lvl4pPr>
            <a:lvl5pPr marL="4276649" indent="0">
              <a:buNone/>
              <a:defRPr sz="2339"/>
            </a:lvl5pPr>
            <a:lvl6pPr marL="5345811" indent="0">
              <a:buNone/>
              <a:defRPr sz="2339"/>
            </a:lvl6pPr>
            <a:lvl7pPr marL="6414973" indent="0">
              <a:buNone/>
              <a:defRPr sz="2339"/>
            </a:lvl7pPr>
            <a:lvl8pPr marL="7484135" indent="0">
              <a:buNone/>
              <a:defRPr sz="2339"/>
            </a:lvl8pPr>
            <a:lvl9pPr marL="8553298" indent="0">
              <a:buNone/>
              <a:defRPr sz="2339"/>
            </a:lvl9pPr>
          </a:lstStyle>
          <a:p>
            <a:pPr lvl="0"/>
            <a:r>
              <a:rPr lang="en-US"/>
              <a:t>Click to edit Master text styles</a:t>
            </a:r>
          </a:p>
        </p:txBody>
      </p:sp>
      <p:sp>
        <p:nvSpPr>
          <p:cNvPr id="5" name="Date Placeholder 4"/>
          <p:cNvSpPr>
            <a:spLocks noGrp="1"/>
          </p:cNvSpPr>
          <p:nvPr>
            <p:ph type="dt" sz="half" idx="10"/>
          </p:nvPr>
        </p:nvSpPr>
        <p:spPr/>
        <p:txBody>
          <a:bodyPr/>
          <a:lstStyle/>
          <a:p>
            <a:fld id="{8453E2C6-8CDE-4FA4-9434-0173729C9153}" type="datetimeFigureOut">
              <a:rPr lang="en-IN" smtClean="0"/>
              <a:t>14-04-2026</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AA8FA1BF-A921-4444-88C6-9EFD5BFD1773}" type="slidenum">
              <a:rPr lang="en-IN" smtClean="0"/>
              <a:t>‹#›</a:t>
            </a:fld>
            <a:endParaRPr lang="en-IN" dirty="0"/>
          </a:p>
        </p:txBody>
      </p:sp>
    </p:spTree>
    <p:extLst>
      <p:ext uri="{BB962C8B-B14F-4D97-AF65-F5344CB8AC3E}">
        <p14:creationId xmlns:p14="http://schemas.microsoft.com/office/powerpoint/2010/main" val="34284849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53E2C6-8CDE-4FA4-9434-0173729C9153}" type="datetimeFigureOut">
              <a:rPr lang="en-IN" smtClean="0"/>
              <a:t>14-04-2026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AA8FA1BF-A921-4444-88C6-9EFD5BFD1773}" type="slidenum">
              <a:rPr lang="en-IN" smtClean="0"/>
              <a:t>‹#›</a:t>
            </a:fld>
            <a:endParaRPr lang="en-IN" dirty="0"/>
          </a:p>
        </p:txBody>
      </p:sp>
    </p:spTree>
    <p:extLst>
      <p:ext uri="{BB962C8B-B14F-4D97-AF65-F5344CB8AC3E}">
        <p14:creationId xmlns:p14="http://schemas.microsoft.com/office/powerpoint/2010/main" val="39903443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5302658" y="1626243"/>
            <a:ext cx="4610844" cy="2588555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70125" y="1626243"/>
            <a:ext cx="13565237" cy="258855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53E2C6-8CDE-4FA4-9434-0173729C9153}" type="datetimeFigureOut">
              <a:rPr lang="en-IN" smtClean="0"/>
              <a:t>14-04-2026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AA8FA1BF-A921-4444-88C6-9EFD5BFD1773}" type="slidenum">
              <a:rPr lang="en-IN" smtClean="0"/>
              <a:t>‹#›</a:t>
            </a:fld>
            <a:endParaRPr lang="en-IN" dirty="0"/>
          </a:p>
        </p:txBody>
      </p:sp>
    </p:spTree>
    <p:extLst>
      <p:ext uri="{BB962C8B-B14F-4D97-AF65-F5344CB8AC3E}">
        <p14:creationId xmlns:p14="http://schemas.microsoft.com/office/powerpoint/2010/main" val="7100738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470124" y="1626250"/>
            <a:ext cx="18443377" cy="590397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70124" y="8131215"/>
            <a:ext cx="18443377" cy="1938057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470124" y="28310778"/>
            <a:ext cx="4811316" cy="1626243"/>
          </a:xfrm>
          <a:prstGeom prst="rect">
            <a:avLst/>
          </a:prstGeom>
        </p:spPr>
        <p:txBody>
          <a:bodyPr vert="horz" lIns="91440" tIns="45720" rIns="91440" bIns="45720" rtlCol="0" anchor="ctr"/>
          <a:lstStyle>
            <a:lvl1pPr algn="l">
              <a:defRPr sz="2806">
                <a:solidFill>
                  <a:schemeClr val="tx1">
                    <a:tint val="75000"/>
                  </a:schemeClr>
                </a:solidFill>
              </a:defRPr>
            </a:lvl1pPr>
          </a:lstStyle>
          <a:p>
            <a:fld id="{8453E2C6-8CDE-4FA4-9434-0173729C9153}" type="datetimeFigureOut">
              <a:rPr lang="en-IN" smtClean="0"/>
              <a:t>14-04-2026</a:t>
            </a:fld>
            <a:endParaRPr lang="en-IN" dirty="0"/>
          </a:p>
        </p:txBody>
      </p:sp>
      <p:sp>
        <p:nvSpPr>
          <p:cNvPr id="5" name="Footer Placeholder 4"/>
          <p:cNvSpPr>
            <a:spLocks noGrp="1"/>
          </p:cNvSpPr>
          <p:nvPr>
            <p:ph type="ftr" sz="quarter" idx="3"/>
          </p:nvPr>
        </p:nvSpPr>
        <p:spPr>
          <a:xfrm>
            <a:off x="7083326" y="28310778"/>
            <a:ext cx="7216973" cy="1626243"/>
          </a:xfrm>
          <a:prstGeom prst="rect">
            <a:avLst/>
          </a:prstGeom>
        </p:spPr>
        <p:txBody>
          <a:bodyPr vert="horz" lIns="91440" tIns="45720" rIns="91440" bIns="45720" rtlCol="0" anchor="ctr"/>
          <a:lstStyle>
            <a:lvl1pPr algn="ctr">
              <a:defRPr sz="2806">
                <a:solidFill>
                  <a:schemeClr val="tx1">
                    <a:tint val="75000"/>
                  </a:schemeClr>
                </a:solidFill>
              </a:defRPr>
            </a:lvl1pPr>
          </a:lstStyle>
          <a:p>
            <a:endParaRPr lang="en-IN" dirty="0"/>
          </a:p>
        </p:txBody>
      </p:sp>
      <p:sp>
        <p:nvSpPr>
          <p:cNvPr id="6" name="Slide Number Placeholder 5"/>
          <p:cNvSpPr>
            <a:spLocks noGrp="1"/>
          </p:cNvSpPr>
          <p:nvPr>
            <p:ph type="sldNum" sz="quarter" idx="4"/>
          </p:nvPr>
        </p:nvSpPr>
        <p:spPr>
          <a:xfrm>
            <a:off x="15102185" y="28310778"/>
            <a:ext cx="4811316" cy="1626243"/>
          </a:xfrm>
          <a:prstGeom prst="rect">
            <a:avLst/>
          </a:prstGeom>
        </p:spPr>
        <p:txBody>
          <a:bodyPr vert="horz" lIns="91440" tIns="45720" rIns="91440" bIns="45720" rtlCol="0" anchor="ctr"/>
          <a:lstStyle>
            <a:lvl1pPr algn="r">
              <a:defRPr sz="2806">
                <a:solidFill>
                  <a:schemeClr val="tx1">
                    <a:tint val="75000"/>
                  </a:schemeClr>
                </a:solidFill>
              </a:defRPr>
            </a:lvl1pPr>
          </a:lstStyle>
          <a:p>
            <a:fld id="{AA8FA1BF-A921-4444-88C6-9EFD5BFD1773}" type="slidenum">
              <a:rPr lang="en-IN" smtClean="0"/>
              <a:t>‹#›</a:t>
            </a:fld>
            <a:endParaRPr lang="en-IN" dirty="0"/>
          </a:p>
        </p:txBody>
      </p:sp>
    </p:spTree>
    <p:extLst>
      <p:ext uri="{BB962C8B-B14F-4D97-AF65-F5344CB8AC3E}">
        <p14:creationId xmlns:p14="http://schemas.microsoft.com/office/powerpoint/2010/main" val="287361465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2138324" rtl="0" eaLnBrk="1" latinLnBrk="0" hangingPunct="1">
        <a:lnSpc>
          <a:spcPct val="90000"/>
        </a:lnSpc>
        <a:spcBef>
          <a:spcPct val="0"/>
        </a:spcBef>
        <a:buNone/>
        <a:defRPr sz="10289" kern="1200">
          <a:solidFill>
            <a:schemeClr val="tx1"/>
          </a:solidFill>
          <a:latin typeface="+mj-lt"/>
          <a:ea typeface="+mj-ea"/>
          <a:cs typeface="+mj-cs"/>
        </a:defRPr>
      </a:lvl1pPr>
    </p:titleStyle>
    <p:bodyStyle>
      <a:lvl1pPr marL="534581" indent="-534581" algn="l" defTabSz="2138324" rtl="0" eaLnBrk="1" latinLnBrk="0" hangingPunct="1">
        <a:lnSpc>
          <a:spcPct val="90000"/>
        </a:lnSpc>
        <a:spcBef>
          <a:spcPts val="2339"/>
        </a:spcBef>
        <a:buFont typeface="Arial" panose="020B0604020202020204" pitchFamily="34" charset="0"/>
        <a:buChar char="•"/>
        <a:defRPr sz="6548" kern="1200">
          <a:solidFill>
            <a:schemeClr val="tx1"/>
          </a:solidFill>
          <a:latin typeface="+mn-lt"/>
          <a:ea typeface="+mn-ea"/>
          <a:cs typeface="+mn-cs"/>
        </a:defRPr>
      </a:lvl1pPr>
      <a:lvl2pPr marL="1603743" indent="-534581" algn="l" defTabSz="2138324" rtl="0" eaLnBrk="1" latinLnBrk="0" hangingPunct="1">
        <a:lnSpc>
          <a:spcPct val="90000"/>
        </a:lnSpc>
        <a:spcBef>
          <a:spcPts val="1169"/>
        </a:spcBef>
        <a:buFont typeface="Arial" panose="020B0604020202020204" pitchFamily="34" charset="0"/>
        <a:buChar char="•"/>
        <a:defRPr sz="5612" kern="1200">
          <a:solidFill>
            <a:schemeClr val="tx1"/>
          </a:solidFill>
          <a:latin typeface="+mn-lt"/>
          <a:ea typeface="+mn-ea"/>
          <a:cs typeface="+mn-cs"/>
        </a:defRPr>
      </a:lvl2pPr>
      <a:lvl3pPr marL="2672906" indent="-534581" algn="l" defTabSz="2138324" rtl="0" eaLnBrk="1" latinLnBrk="0" hangingPunct="1">
        <a:lnSpc>
          <a:spcPct val="90000"/>
        </a:lnSpc>
        <a:spcBef>
          <a:spcPts val="1169"/>
        </a:spcBef>
        <a:buFont typeface="Arial" panose="020B0604020202020204" pitchFamily="34" charset="0"/>
        <a:buChar char="•"/>
        <a:defRPr sz="4677" kern="1200">
          <a:solidFill>
            <a:schemeClr val="tx1"/>
          </a:solidFill>
          <a:latin typeface="+mn-lt"/>
          <a:ea typeface="+mn-ea"/>
          <a:cs typeface="+mn-cs"/>
        </a:defRPr>
      </a:lvl3pPr>
      <a:lvl4pPr marL="3742068"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4pPr>
      <a:lvl5pPr marL="4811230"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5pPr>
      <a:lvl6pPr marL="5880392"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6pPr>
      <a:lvl7pPr marL="6949554"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7pPr>
      <a:lvl8pPr marL="8018717"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8pPr>
      <a:lvl9pPr marL="9087879"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9pPr>
    </p:bodyStyle>
    <p:otherStyle>
      <a:defPPr>
        <a:defRPr lang="en-US"/>
      </a:defPPr>
      <a:lvl1pPr marL="0" algn="l" defTabSz="2138324" rtl="0" eaLnBrk="1" latinLnBrk="0" hangingPunct="1">
        <a:defRPr sz="4209" kern="1200">
          <a:solidFill>
            <a:schemeClr val="tx1"/>
          </a:solidFill>
          <a:latin typeface="+mn-lt"/>
          <a:ea typeface="+mn-ea"/>
          <a:cs typeface="+mn-cs"/>
        </a:defRPr>
      </a:lvl1pPr>
      <a:lvl2pPr marL="1069162" algn="l" defTabSz="2138324" rtl="0" eaLnBrk="1" latinLnBrk="0" hangingPunct="1">
        <a:defRPr sz="4209" kern="1200">
          <a:solidFill>
            <a:schemeClr val="tx1"/>
          </a:solidFill>
          <a:latin typeface="+mn-lt"/>
          <a:ea typeface="+mn-ea"/>
          <a:cs typeface="+mn-cs"/>
        </a:defRPr>
      </a:lvl2pPr>
      <a:lvl3pPr marL="2138324" algn="l" defTabSz="2138324" rtl="0" eaLnBrk="1" latinLnBrk="0" hangingPunct="1">
        <a:defRPr sz="4209" kern="1200">
          <a:solidFill>
            <a:schemeClr val="tx1"/>
          </a:solidFill>
          <a:latin typeface="+mn-lt"/>
          <a:ea typeface="+mn-ea"/>
          <a:cs typeface="+mn-cs"/>
        </a:defRPr>
      </a:lvl3pPr>
      <a:lvl4pPr marL="3207487" algn="l" defTabSz="2138324" rtl="0" eaLnBrk="1" latinLnBrk="0" hangingPunct="1">
        <a:defRPr sz="4209" kern="1200">
          <a:solidFill>
            <a:schemeClr val="tx1"/>
          </a:solidFill>
          <a:latin typeface="+mn-lt"/>
          <a:ea typeface="+mn-ea"/>
          <a:cs typeface="+mn-cs"/>
        </a:defRPr>
      </a:lvl4pPr>
      <a:lvl5pPr marL="4276649" algn="l" defTabSz="2138324" rtl="0" eaLnBrk="1" latinLnBrk="0" hangingPunct="1">
        <a:defRPr sz="4209" kern="1200">
          <a:solidFill>
            <a:schemeClr val="tx1"/>
          </a:solidFill>
          <a:latin typeface="+mn-lt"/>
          <a:ea typeface="+mn-ea"/>
          <a:cs typeface="+mn-cs"/>
        </a:defRPr>
      </a:lvl5pPr>
      <a:lvl6pPr marL="5345811" algn="l" defTabSz="2138324" rtl="0" eaLnBrk="1" latinLnBrk="0" hangingPunct="1">
        <a:defRPr sz="4209" kern="1200">
          <a:solidFill>
            <a:schemeClr val="tx1"/>
          </a:solidFill>
          <a:latin typeface="+mn-lt"/>
          <a:ea typeface="+mn-ea"/>
          <a:cs typeface="+mn-cs"/>
        </a:defRPr>
      </a:lvl6pPr>
      <a:lvl7pPr marL="6414973" algn="l" defTabSz="2138324" rtl="0" eaLnBrk="1" latinLnBrk="0" hangingPunct="1">
        <a:defRPr sz="4209" kern="1200">
          <a:solidFill>
            <a:schemeClr val="tx1"/>
          </a:solidFill>
          <a:latin typeface="+mn-lt"/>
          <a:ea typeface="+mn-ea"/>
          <a:cs typeface="+mn-cs"/>
        </a:defRPr>
      </a:lvl7pPr>
      <a:lvl8pPr marL="7484135" algn="l" defTabSz="2138324" rtl="0" eaLnBrk="1" latinLnBrk="0" hangingPunct="1">
        <a:defRPr sz="4209" kern="1200">
          <a:solidFill>
            <a:schemeClr val="tx1"/>
          </a:solidFill>
          <a:latin typeface="+mn-lt"/>
          <a:ea typeface="+mn-ea"/>
          <a:cs typeface="+mn-cs"/>
        </a:defRPr>
      </a:lvl8pPr>
      <a:lvl9pPr marL="8553298" algn="l" defTabSz="2138324" rtl="0" eaLnBrk="1" latinLnBrk="0" hangingPunct="1">
        <a:defRPr sz="4209"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6.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359812" y="365760"/>
            <a:ext cx="20664000" cy="29556000"/>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6" name="Title 3"/>
          <p:cNvSpPr txBox="1">
            <a:spLocks/>
          </p:cNvSpPr>
          <p:nvPr/>
        </p:nvSpPr>
        <p:spPr>
          <a:xfrm>
            <a:off x="2633472" y="365760"/>
            <a:ext cx="18390340" cy="1133856"/>
          </a:xfrm>
          <a:prstGeom prst="rect">
            <a:avLst/>
          </a:prstGeom>
        </p:spPr>
        <p:txBody>
          <a:bodyPr vert="horz" lIns="91440" tIns="45720" rIns="91440" bIns="45720" rtlCol="0" anchor="ctr">
            <a:normAutofit/>
          </a:bodyPr>
          <a:lstStyle>
            <a:lvl1pPr algn="l" defTabSz="2138324" rtl="0" eaLnBrk="1" latinLnBrk="0" hangingPunct="1">
              <a:lnSpc>
                <a:spcPct val="90000"/>
              </a:lnSpc>
              <a:spcBef>
                <a:spcPct val="0"/>
              </a:spcBef>
              <a:buNone/>
              <a:defRPr sz="10289" kern="1200">
                <a:solidFill>
                  <a:schemeClr val="tx1"/>
                </a:solidFill>
                <a:latin typeface="+mj-lt"/>
                <a:ea typeface="+mj-ea"/>
                <a:cs typeface="+mj-cs"/>
              </a:defRPr>
            </a:lvl1pPr>
          </a:lstStyle>
          <a:p>
            <a:r>
              <a:rPr lang="en-US" sz="4800" dirty="0">
                <a:solidFill>
                  <a:srgbClr val="FF0000"/>
                </a:solidFill>
              </a:rPr>
              <a:t>AI-Driven Detection of Wage Inefficiencies in Indian Industries</a:t>
            </a:r>
            <a:endParaRPr lang="en-IN" sz="4800" dirty="0">
              <a:solidFill>
                <a:srgbClr val="FF0000"/>
              </a:solidFill>
            </a:endParaRPr>
          </a:p>
        </p:txBody>
      </p:sp>
      <p:sp>
        <p:nvSpPr>
          <p:cNvPr id="7" name="Text Placeholder 22"/>
          <p:cNvSpPr txBox="1">
            <a:spLocks/>
          </p:cNvSpPr>
          <p:nvPr/>
        </p:nvSpPr>
        <p:spPr>
          <a:xfrm>
            <a:off x="2633472" y="1499616"/>
            <a:ext cx="18390340" cy="692658"/>
          </a:xfrm>
          <a:prstGeom prst="rect">
            <a:avLst/>
          </a:prstGeom>
          <a:noFill/>
        </p:spPr>
        <p:txBody>
          <a:bodyPr/>
          <a:lstStyle>
            <a:lvl1pPr marL="534581" indent="-534581" algn="l" defTabSz="2138324" rtl="0" eaLnBrk="1" latinLnBrk="0" hangingPunct="1">
              <a:lnSpc>
                <a:spcPct val="90000"/>
              </a:lnSpc>
              <a:spcBef>
                <a:spcPts val="2339"/>
              </a:spcBef>
              <a:buFont typeface="Arial" panose="020B0604020202020204" pitchFamily="34" charset="0"/>
              <a:buChar char="•"/>
              <a:defRPr sz="6548" kern="1200">
                <a:solidFill>
                  <a:schemeClr val="tx1"/>
                </a:solidFill>
                <a:latin typeface="+mn-lt"/>
                <a:ea typeface="+mn-ea"/>
                <a:cs typeface="+mn-cs"/>
              </a:defRPr>
            </a:lvl1pPr>
            <a:lvl2pPr marL="1603743" indent="-534581" algn="l" defTabSz="2138324" rtl="0" eaLnBrk="1" latinLnBrk="0" hangingPunct="1">
              <a:lnSpc>
                <a:spcPct val="90000"/>
              </a:lnSpc>
              <a:spcBef>
                <a:spcPts val="1169"/>
              </a:spcBef>
              <a:buFont typeface="Arial" panose="020B0604020202020204" pitchFamily="34" charset="0"/>
              <a:buChar char="•"/>
              <a:defRPr sz="5612" kern="1200">
                <a:solidFill>
                  <a:schemeClr val="tx1"/>
                </a:solidFill>
                <a:latin typeface="+mn-lt"/>
                <a:ea typeface="+mn-ea"/>
                <a:cs typeface="+mn-cs"/>
              </a:defRPr>
            </a:lvl2pPr>
            <a:lvl3pPr marL="2672906" indent="-534581" algn="l" defTabSz="2138324" rtl="0" eaLnBrk="1" latinLnBrk="0" hangingPunct="1">
              <a:lnSpc>
                <a:spcPct val="90000"/>
              </a:lnSpc>
              <a:spcBef>
                <a:spcPts val="1169"/>
              </a:spcBef>
              <a:buFont typeface="Arial" panose="020B0604020202020204" pitchFamily="34" charset="0"/>
              <a:buChar char="•"/>
              <a:defRPr sz="4677" kern="1200">
                <a:solidFill>
                  <a:schemeClr val="tx1"/>
                </a:solidFill>
                <a:latin typeface="+mn-lt"/>
                <a:ea typeface="+mn-ea"/>
                <a:cs typeface="+mn-cs"/>
              </a:defRPr>
            </a:lvl3pPr>
            <a:lvl4pPr marL="3742068"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4pPr>
            <a:lvl5pPr marL="4811230"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5pPr>
            <a:lvl6pPr marL="5880392"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6pPr>
            <a:lvl7pPr marL="6949554"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7pPr>
            <a:lvl8pPr marL="8018717"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8pPr>
            <a:lvl9pPr marL="9087879"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9pPr>
          </a:lstStyle>
          <a:p>
            <a:pPr marL="0" indent="0">
              <a:buNone/>
            </a:pPr>
            <a:r>
              <a:rPr lang="en-US" sz="4400" dirty="0"/>
              <a:t>School of Computer Science and Engineering – Winter Semester 2025 - 26</a:t>
            </a:r>
          </a:p>
        </p:txBody>
      </p:sp>
      <p:sp>
        <p:nvSpPr>
          <p:cNvPr id="10" name="Content Placeholder 10"/>
          <p:cNvSpPr txBox="1">
            <a:spLocks/>
          </p:cNvSpPr>
          <p:nvPr/>
        </p:nvSpPr>
        <p:spPr>
          <a:xfrm>
            <a:off x="359812" y="10955038"/>
            <a:ext cx="10350000" cy="18783222"/>
          </a:xfrm>
          <a:prstGeom prst="rect">
            <a:avLst/>
          </a:prstGeom>
          <a:noFill/>
          <a:ln w="15875">
            <a:solidFill>
              <a:schemeClr val="accent1">
                <a:shade val="50000"/>
              </a:schemeClr>
            </a:solidFill>
          </a:ln>
        </p:spPr>
        <p:txBody>
          <a:bodyPr>
            <a:noAutofit/>
          </a:bodyPr>
          <a:lstStyle>
            <a:defPPr>
              <a:defRPr lang="en-US"/>
            </a:defPPr>
            <a:lvl1pPr indent="0" defTabSz="2138324">
              <a:lnSpc>
                <a:spcPct val="90000"/>
              </a:lnSpc>
              <a:spcBef>
                <a:spcPts val="2339"/>
              </a:spcBef>
              <a:buFont typeface="Arial" panose="020B0604020202020204" pitchFamily="34" charset="0"/>
              <a:buNone/>
              <a:defRPr sz="3600"/>
            </a:lvl1pPr>
            <a:lvl2pPr marL="1603743" indent="-534581" defTabSz="2138324">
              <a:lnSpc>
                <a:spcPct val="90000"/>
              </a:lnSpc>
              <a:spcBef>
                <a:spcPts val="1169"/>
              </a:spcBef>
              <a:buFont typeface="Arial" panose="020B0604020202020204" pitchFamily="34" charset="0"/>
              <a:buChar char="•"/>
              <a:defRPr sz="5612"/>
            </a:lvl2pPr>
            <a:lvl3pPr marL="2672906" indent="-534581" defTabSz="2138324">
              <a:lnSpc>
                <a:spcPct val="90000"/>
              </a:lnSpc>
              <a:spcBef>
                <a:spcPts val="1169"/>
              </a:spcBef>
              <a:buFont typeface="Arial" panose="020B0604020202020204" pitchFamily="34" charset="0"/>
              <a:buChar char="•"/>
              <a:defRPr sz="4677"/>
            </a:lvl3pPr>
            <a:lvl4pPr marL="3742068" indent="-534581" defTabSz="2138324">
              <a:lnSpc>
                <a:spcPct val="90000"/>
              </a:lnSpc>
              <a:spcBef>
                <a:spcPts val="1169"/>
              </a:spcBef>
              <a:buFont typeface="Arial" panose="020B0604020202020204" pitchFamily="34" charset="0"/>
              <a:buChar char="•"/>
              <a:defRPr sz="4209"/>
            </a:lvl4pPr>
            <a:lvl5pPr marL="4811230" indent="-534581" defTabSz="2138324">
              <a:lnSpc>
                <a:spcPct val="90000"/>
              </a:lnSpc>
              <a:spcBef>
                <a:spcPts val="1169"/>
              </a:spcBef>
              <a:buFont typeface="Arial" panose="020B0604020202020204" pitchFamily="34" charset="0"/>
              <a:buChar char="•"/>
              <a:defRPr sz="4209"/>
            </a:lvl5pPr>
            <a:lvl6pPr marL="5880392" indent="-534581" defTabSz="2138324">
              <a:lnSpc>
                <a:spcPct val="90000"/>
              </a:lnSpc>
              <a:spcBef>
                <a:spcPts val="1169"/>
              </a:spcBef>
              <a:buFont typeface="Arial" panose="020B0604020202020204" pitchFamily="34" charset="0"/>
              <a:buChar char="•"/>
              <a:defRPr sz="4209"/>
            </a:lvl6pPr>
            <a:lvl7pPr marL="6949554" indent="-534581" defTabSz="2138324">
              <a:lnSpc>
                <a:spcPct val="90000"/>
              </a:lnSpc>
              <a:spcBef>
                <a:spcPts val="1169"/>
              </a:spcBef>
              <a:buFont typeface="Arial" panose="020B0604020202020204" pitchFamily="34" charset="0"/>
              <a:buChar char="•"/>
              <a:defRPr sz="4209"/>
            </a:lvl7pPr>
            <a:lvl8pPr marL="8018717" indent="-534581" defTabSz="2138324">
              <a:lnSpc>
                <a:spcPct val="90000"/>
              </a:lnSpc>
              <a:spcBef>
                <a:spcPts val="1169"/>
              </a:spcBef>
              <a:buFont typeface="Arial" panose="020B0604020202020204" pitchFamily="34" charset="0"/>
              <a:buChar char="•"/>
              <a:defRPr sz="4209"/>
            </a:lvl8pPr>
            <a:lvl9pPr marL="9087879" indent="-534581" defTabSz="2138324">
              <a:lnSpc>
                <a:spcPct val="90000"/>
              </a:lnSpc>
              <a:spcBef>
                <a:spcPts val="1169"/>
              </a:spcBef>
              <a:buFont typeface="Arial" panose="020B0604020202020204" pitchFamily="34" charset="0"/>
              <a:buChar char="•"/>
              <a:defRPr sz="4209"/>
            </a:lvl9pPr>
          </a:lstStyle>
          <a:p>
            <a:r>
              <a:rPr lang="en-IN" sz="2400" dirty="0"/>
              <a:t>The system is structured into modular components covering data collection, preprocessing and exploratory analysis to prepare and understand wage datasets. Baseline and ensemble ML models are implemented to predict fair wages and analyse performance improvements. A fairness evaluation module ensures bias detection, while an explainability module interprets model decisions. A Quantum Machine Learning module explores hybrid quantum-classical approaches for advanced prediction capabilities. Finally, reporting and visualisation modules present insights, wage gap detection results and recommendations through user-friendly dashboards.</a:t>
            </a:r>
          </a:p>
          <a:p>
            <a:endParaRPr lang="en-IN" sz="2400" dirty="0"/>
          </a:p>
          <a:p>
            <a:endParaRPr lang="en-IN" sz="2400" dirty="0"/>
          </a:p>
          <a:p>
            <a:endParaRPr lang="en-IN" sz="2400" dirty="0"/>
          </a:p>
          <a:p>
            <a:endParaRPr lang="en-IN" sz="2400" dirty="0"/>
          </a:p>
          <a:p>
            <a:endParaRPr lang="en-IN" sz="2400" dirty="0"/>
          </a:p>
          <a:p>
            <a:endParaRPr lang="en-IN" sz="2400" dirty="0"/>
          </a:p>
          <a:p>
            <a:endParaRPr lang="en-IN" sz="2400" dirty="0"/>
          </a:p>
          <a:p>
            <a:endParaRPr lang="en-IN" sz="2400" dirty="0"/>
          </a:p>
          <a:p>
            <a:endParaRPr lang="en-IN" sz="2400" dirty="0"/>
          </a:p>
          <a:p>
            <a:endParaRPr lang="en-IN" sz="2400" dirty="0"/>
          </a:p>
          <a:p>
            <a:endParaRPr lang="en-IN" sz="2400" dirty="0"/>
          </a:p>
          <a:p>
            <a:endParaRPr lang="en-IN" sz="2400" dirty="0"/>
          </a:p>
          <a:p>
            <a:endParaRPr lang="en-IN" sz="2400" dirty="0"/>
          </a:p>
        </p:txBody>
      </p:sp>
      <p:sp>
        <p:nvSpPr>
          <p:cNvPr id="11" name="Text Placeholder 68"/>
          <p:cNvSpPr txBox="1">
            <a:spLocks/>
          </p:cNvSpPr>
          <p:nvPr/>
        </p:nvSpPr>
        <p:spPr>
          <a:xfrm>
            <a:off x="10709812" y="3095034"/>
            <a:ext cx="10350000" cy="13155721"/>
          </a:xfrm>
          <a:prstGeom prst="rect">
            <a:avLst/>
          </a:prstGeom>
          <a:noFill/>
          <a:ln w="15875">
            <a:solidFill>
              <a:schemeClr val="accent1">
                <a:shade val="50000"/>
              </a:schemeClr>
            </a:solidFill>
          </a:ln>
        </p:spPr>
        <p:txBody>
          <a:bodyPr>
            <a:noAutofit/>
          </a:bodyPr>
          <a:lstStyle>
            <a:defPPr>
              <a:defRPr lang="en-US"/>
            </a:defPPr>
            <a:lvl1pPr indent="0" defTabSz="2138324">
              <a:lnSpc>
                <a:spcPct val="90000"/>
              </a:lnSpc>
              <a:spcBef>
                <a:spcPts val="2339"/>
              </a:spcBef>
              <a:buFont typeface="Arial" panose="020B0604020202020204" pitchFamily="34" charset="0"/>
              <a:buNone/>
              <a:defRPr sz="2400"/>
            </a:lvl1pPr>
            <a:lvl2pPr marL="1603743" indent="-534581" defTabSz="2138324">
              <a:lnSpc>
                <a:spcPct val="90000"/>
              </a:lnSpc>
              <a:spcBef>
                <a:spcPts val="1169"/>
              </a:spcBef>
              <a:buFont typeface="Arial" panose="020B0604020202020204" pitchFamily="34" charset="0"/>
              <a:buChar char="•"/>
              <a:defRPr sz="5612"/>
            </a:lvl2pPr>
            <a:lvl3pPr marL="2672906" indent="-534581" defTabSz="2138324">
              <a:lnSpc>
                <a:spcPct val="90000"/>
              </a:lnSpc>
              <a:spcBef>
                <a:spcPts val="1169"/>
              </a:spcBef>
              <a:buFont typeface="Arial" panose="020B0604020202020204" pitchFamily="34" charset="0"/>
              <a:buChar char="•"/>
              <a:defRPr sz="4677"/>
            </a:lvl3pPr>
            <a:lvl4pPr marL="3742068" indent="-534581" defTabSz="2138324">
              <a:lnSpc>
                <a:spcPct val="90000"/>
              </a:lnSpc>
              <a:spcBef>
                <a:spcPts val="1169"/>
              </a:spcBef>
              <a:buFont typeface="Arial" panose="020B0604020202020204" pitchFamily="34" charset="0"/>
              <a:buChar char="•"/>
              <a:defRPr sz="4209"/>
            </a:lvl4pPr>
            <a:lvl5pPr marL="4811230" indent="-534581" defTabSz="2138324">
              <a:lnSpc>
                <a:spcPct val="90000"/>
              </a:lnSpc>
              <a:spcBef>
                <a:spcPts val="1169"/>
              </a:spcBef>
              <a:buFont typeface="Arial" panose="020B0604020202020204" pitchFamily="34" charset="0"/>
              <a:buChar char="•"/>
              <a:defRPr sz="4209"/>
            </a:lvl5pPr>
            <a:lvl6pPr marL="5880392" indent="-534581" defTabSz="2138324">
              <a:lnSpc>
                <a:spcPct val="90000"/>
              </a:lnSpc>
              <a:spcBef>
                <a:spcPts val="1169"/>
              </a:spcBef>
              <a:buFont typeface="Arial" panose="020B0604020202020204" pitchFamily="34" charset="0"/>
              <a:buChar char="•"/>
              <a:defRPr sz="4209"/>
            </a:lvl6pPr>
            <a:lvl7pPr marL="6949554" indent="-534581" defTabSz="2138324">
              <a:lnSpc>
                <a:spcPct val="90000"/>
              </a:lnSpc>
              <a:spcBef>
                <a:spcPts val="1169"/>
              </a:spcBef>
              <a:buFont typeface="Arial" panose="020B0604020202020204" pitchFamily="34" charset="0"/>
              <a:buChar char="•"/>
              <a:defRPr sz="4209"/>
            </a:lvl7pPr>
            <a:lvl8pPr marL="8018717" indent="-534581" defTabSz="2138324">
              <a:lnSpc>
                <a:spcPct val="90000"/>
              </a:lnSpc>
              <a:spcBef>
                <a:spcPts val="1169"/>
              </a:spcBef>
              <a:buFont typeface="Arial" panose="020B0604020202020204" pitchFamily="34" charset="0"/>
              <a:buChar char="•"/>
              <a:defRPr sz="4209"/>
            </a:lvl8pPr>
            <a:lvl9pPr marL="9087879" indent="-534581" defTabSz="2138324">
              <a:lnSpc>
                <a:spcPct val="90000"/>
              </a:lnSpc>
              <a:spcBef>
                <a:spcPts val="1169"/>
              </a:spcBef>
              <a:buFont typeface="Arial" panose="020B0604020202020204" pitchFamily="34" charset="0"/>
              <a:buChar char="•"/>
              <a:defRPr sz="4209"/>
            </a:lvl9pPr>
          </a:lstStyle>
          <a:p>
            <a:r>
              <a:rPr lang="en-IN" dirty="0"/>
              <a:t>The developed system successfully identified underpaid workers by comparing actual wages with predicted fair wages. Classical ML models achieved strong baseline performance, while the Quantum ML model captured more complex feature interactions. The QML model showed comparable or slightly improved predictive accuracy in specific scenarios. Key factors influencing wage disparities included experience, skill level, industry type and region. The system provided interpretable insights into why workers were underpaid, supporting better decision-making. Overall, the results  demonstrate the feasibility of using AII and QML for scalable and data-driven wage gap analysis.</a:t>
            </a:r>
          </a:p>
          <a:p>
            <a:endParaRPr lang="en-IN" dirty="0"/>
          </a:p>
          <a:p>
            <a:endParaRPr lang="en-IN" dirty="0"/>
          </a:p>
          <a:p>
            <a:endParaRPr lang="en-IN" dirty="0"/>
          </a:p>
          <a:p>
            <a:r>
              <a:rPr lang="en-IN" i="1" dirty="0"/>
              <a:t>Gender wage gap analysis – Equal Remuneration Act, 1976</a:t>
            </a:r>
          </a:p>
          <a:p>
            <a:endParaRPr lang="en-AU" i="1" dirty="0"/>
          </a:p>
          <a:p>
            <a:endParaRPr lang="en-IN" dirty="0"/>
          </a:p>
        </p:txBody>
      </p:sp>
      <p:sp>
        <p:nvSpPr>
          <p:cNvPr id="3" name="Rectangle 2"/>
          <p:cNvSpPr/>
          <p:nvPr/>
        </p:nvSpPr>
        <p:spPr>
          <a:xfrm>
            <a:off x="413417" y="6737576"/>
            <a:ext cx="3950056" cy="646331"/>
          </a:xfrm>
          <a:prstGeom prst="rect">
            <a:avLst/>
          </a:prstGeom>
        </p:spPr>
        <p:txBody>
          <a:bodyPr wrap="none">
            <a:spAutoFit/>
          </a:bodyPr>
          <a:lstStyle/>
          <a:p>
            <a:pPr algn="ctr"/>
            <a:r>
              <a:rPr lang="en-US" sz="3600" dirty="0"/>
              <a:t>Scope</a:t>
            </a:r>
            <a:r>
              <a:rPr lang="en-US" sz="3600" dirty="0">
                <a:solidFill>
                  <a:srgbClr val="FF0000"/>
                </a:solidFill>
              </a:rPr>
              <a:t> </a:t>
            </a:r>
            <a:r>
              <a:rPr lang="en-US" sz="3600" dirty="0"/>
              <a:t>of the Project</a:t>
            </a:r>
          </a:p>
        </p:txBody>
      </p:sp>
      <p:sp>
        <p:nvSpPr>
          <p:cNvPr id="12" name="Rectangle 11"/>
          <p:cNvSpPr/>
          <p:nvPr/>
        </p:nvSpPr>
        <p:spPr>
          <a:xfrm>
            <a:off x="10655812" y="2481980"/>
            <a:ext cx="1519840" cy="646331"/>
          </a:xfrm>
          <a:prstGeom prst="rect">
            <a:avLst/>
          </a:prstGeom>
        </p:spPr>
        <p:txBody>
          <a:bodyPr wrap="none">
            <a:spAutoFit/>
          </a:bodyPr>
          <a:lstStyle/>
          <a:p>
            <a:pPr algn="ctr"/>
            <a:r>
              <a:rPr lang="en-US" sz="3600" dirty="0"/>
              <a:t>Results</a:t>
            </a:r>
          </a:p>
        </p:txBody>
      </p:sp>
      <p:sp>
        <p:nvSpPr>
          <p:cNvPr id="13" name="Rectangle 12"/>
          <p:cNvSpPr/>
          <p:nvPr/>
        </p:nvSpPr>
        <p:spPr>
          <a:xfrm>
            <a:off x="359812" y="10298296"/>
            <a:ext cx="2706895" cy="646331"/>
          </a:xfrm>
          <a:prstGeom prst="rect">
            <a:avLst/>
          </a:prstGeom>
        </p:spPr>
        <p:txBody>
          <a:bodyPr wrap="none">
            <a:spAutoFit/>
          </a:bodyPr>
          <a:lstStyle/>
          <a:p>
            <a:r>
              <a:rPr lang="en-US" altLang="zh-CN" sz="3600" dirty="0"/>
              <a:t>Methodology</a:t>
            </a:r>
          </a:p>
        </p:txBody>
      </p:sp>
      <p:sp>
        <p:nvSpPr>
          <p:cNvPr id="14" name="Content Placeholder 10"/>
          <p:cNvSpPr txBox="1">
            <a:spLocks/>
          </p:cNvSpPr>
          <p:nvPr/>
        </p:nvSpPr>
        <p:spPr>
          <a:xfrm>
            <a:off x="359812" y="7410004"/>
            <a:ext cx="10350000" cy="2765483"/>
          </a:xfrm>
          <a:prstGeom prst="rect">
            <a:avLst/>
          </a:prstGeom>
          <a:noFill/>
          <a:ln w="15875">
            <a:solidFill>
              <a:schemeClr val="accent1">
                <a:shade val="50000"/>
              </a:schemeClr>
            </a:solidFill>
          </a:ln>
        </p:spPr>
        <p:txBody>
          <a:bodyPr>
            <a:noAutofit/>
          </a:bodyPr>
          <a:lstStyle>
            <a:defPPr>
              <a:defRPr lang="en-US"/>
            </a:defPPr>
            <a:lvl1pPr indent="0" defTabSz="2138324">
              <a:lnSpc>
                <a:spcPct val="90000"/>
              </a:lnSpc>
              <a:spcBef>
                <a:spcPts val="2339"/>
              </a:spcBef>
              <a:buFont typeface="Arial" panose="020B0604020202020204" pitchFamily="34" charset="0"/>
              <a:buNone/>
              <a:defRPr sz="3600"/>
            </a:lvl1pPr>
            <a:lvl2pPr marL="1603743" indent="-534581" defTabSz="2138324">
              <a:lnSpc>
                <a:spcPct val="90000"/>
              </a:lnSpc>
              <a:spcBef>
                <a:spcPts val="1169"/>
              </a:spcBef>
              <a:buFont typeface="Arial" panose="020B0604020202020204" pitchFamily="34" charset="0"/>
              <a:buChar char="•"/>
              <a:defRPr sz="5612"/>
            </a:lvl2pPr>
            <a:lvl3pPr marL="2672906" indent="-534581" defTabSz="2138324">
              <a:lnSpc>
                <a:spcPct val="90000"/>
              </a:lnSpc>
              <a:spcBef>
                <a:spcPts val="1169"/>
              </a:spcBef>
              <a:buFont typeface="Arial" panose="020B0604020202020204" pitchFamily="34" charset="0"/>
              <a:buChar char="•"/>
              <a:defRPr sz="4677"/>
            </a:lvl3pPr>
            <a:lvl4pPr marL="3742068" indent="-534581" defTabSz="2138324">
              <a:lnSpc>
                <a:spcPct val="90000"/>
              </a:lnSpc>
              <a:spcBef>
                <a:spcPts val="1169"/>
              </a:spcBef>
              <a:buFont typeface="Arial" panose="020B0604020202020204" pitchFamily="34" charset="0"/>
              <a:buChar char="•"/>
              <a:defRPr sz="4209"/>
            </a:lvl4pPr>
            <a:lvl5pPr marL="4811230" indent="-534581" defTabSz="2138324">
              <a:lnSpc>
                <a:spcPct val="90000"/>
              </a:lnSpc>
              <a:spcBef>
                <a:spcPts val="1169"/>
              </a:spcBef>
              <a:buFont typeface="Arial" panose="020B0604020202020204" pitchFamily="34" charset="0"/>
              <a:buChar char="•"/>
              <a:defRPr sz="4209"/>
            </a:lvl5pPr>
            <a:lvl6pPr marL="5880392" indent="-534581" defTabSz="2138324">
              <a:lnSpc>
                <a:spcPct val="90000"/>
              </a:lnSpc>
              <a:spcBef>
                <a:spcPts val="1169"/>
              </a:spcBef>
              <a:buFont typeface="Arial" panose="020B0604020202020204" pitchFamily="34" charset="0"/>
              <a:buChar char="•"/>
              <a:defRPr sz="4209"/>
            </a:lvl6pPr>
            <a:lvl7pPr marL="6949554" indent="-534581" defTabSz="2138324">
              <a:lnSpc>
                <a:spcPct val="90000"/>
              </a:lnSpc>
              <a:spcBef>
                <a:spcPts val="1169"/>
              </a:spcBef>
              <a:buFont typeface="Arial" panose="020B0604020202020204" pitchFamily="34" charset="0"/>
              <a:buChar char="•"/>
              <a:defRPr sz="4209"/>
            </a:lvl7pPr>
            <a:lvl8pPr marL="8018717" indent="-534581" defTabSz="2138324">
              <a:lnSpc>
                <a:spcPct val="90000"/>
              </a:lnSpc>
              <a:spcBef>
                <a:spcPts val="1169"/>
              </a:spcBef>
              <a:buFont typeface="Arial" panose="020B0604020202020204" pitchFamily="34" charset="0"/>
              <a:buChar char="•"/>
              <a:defRPr sz="4209"/>
            </a:lvl8pPr>
            <a:lvl9pPr marL="9087879" indent="-534581" defTabSz="2138324">
              <a:lnSpc>
                <a:spcPct val="90000"/>
              </a:lnSpc>
              <a:spcBef>
                <a:spcPts val="1169"/>
              </a:spcBef>
              <a:buFont typeface="Arial" panose="020B0604020202020204" pitchFamily="34" charset="0"/>
              <a:buChar char="•"/>
              <a:defRPr sz="4209"/>
            </a:lvl9pPr>
          </a:lstStyle>
          <a:p>
            <a:r>
              <a:rPr lang="en-IN" sz="2400" dirty="0"/>
              <a:t>The project focuses on developing an AI-driven system to analyse wage data and detect compensation gaps across Indian industries. It uses classical, ensemble and hybrid quantum-classical models to predict fair wages and compare performance. The system emphasizes fairness evaluation and model explainability. It is deployed as a web-based tool to support data-driven wage policy decisions without replacing legal processes.</a:t>
            </a:r>
            <a:endParaRPr lang="en-US" sz="2400" dirty="0"/>
          </a:p>
        </p:txBody>
      </p:sp>
      <p:sp>
        <p:nvSpPr>
          <p:cNvPr id="21" name="Text Placeholder 68"/>
          <p:cNvSpPr txBox="1">
            <a:spLocks/>
          </p:cNvSpPr>
          <p:nvPr/>
        </p:nvSpPr>
        <p:spPr>
          <a:xfrm>
            <a:off x="359812" y="3092216"/>
            <a:ext cx="10350000" cy="1754596"/>
          </a:xfrm>
          <a:prstGeom prst="rect">
            <a:avLst/>
          </a:prstGeom>
          <a:noFill/>
          <a:ln w="15875">
            <a:solidFill>
              <a:schemeClr val="accent1">
                <a:shade val="50000"/>
              </a:schemeClr>
            </a:solidFill>
          </a:ln>
        </p:spPr>
        <p:txBody>
          <a:bodyPr>
            <a:noAutofit/>
          </a:bodyPr>
          <a:lstStyle>
            <a:defPPr>
              <a:defRPr lang="en-US"/>
            </a:defPPr>
            <a:lvl1pPr indent="0" defTabSz="2138324">
              <a:lnSpc>
                <a:spcPct val="90000"/>
              </a:lnSpc>
              <a:spcBef>
                <a:spcPts val="2339"/>
              </a:spcBef>
              <a:buFont typeface="Arial" panose="020B0604020202020204" pitchFamily="34" charset="0"/>
              <a:buNone/>
              <a:defRPr sz="2400"/>
            </a:lvl1pPr>
            <a:lvl2pPr marL="1603743" indent="-534581" defTabSz="2138324">
              <a:lnSpc>
                <a:spcPct val="90000"/>
              </a:lnSpc>
              <a:spcBef>
                <a:spcPts val="1169"/>
              </a:spcBef>
              <a:buFont typeface="Arial" panose="020B0604020202020204" pitchFamily="34" charset="0"/>
              <a:buChar char="•"/>
              <a:defRPr sz="5612"/>
            </a:lvl2pPr>
            <a:lvl3pPr marL="2672906" indent="-534581" defTabSz="2138324">
              <a:lnSpc>
                <a:spcPct val="90000"/>
              </a:lnSpc>
              <a:spcBef>
                <a:spcPts val="1169"/>
              </a:spcBef>
              <a:buFont typeface="Arial" panose="020B0604020202020204" pitchFamily="34" charset="0"/>
              <a:buChar char="•"/>
              <a:defRPr sz="4677"/>
            </a:lvl3pPr>
            <a:lvl4pPr marL="3742068" indent="-534581" defTabSz="2138324">
              <a:lnSpc>
                <a:spcPct val="90000"/>
              </a:lnSpc>
              <a:spcBef>
                <a:spcPts val="1169"/>
              </a:spcBef>
              <a:buFont typeface="Arial" panose="020B0604020202020204" pitchFamily="34" charset="0"/>
              <a:buChar char="•"/>
              <a:defRPr sz="4209"/>
            </a:lvl4pPr>
            <a:lvl5pPr marL="4811230" indent="-534581" defTabSz="2138324">
              <a:lnSpc>
                <a:spcPct val="90000"/>
              </a:lnSpc>
              <a:spcBef>
                <a:spcPts val="1169"/>
              </a:spcBef>
              <a:buFont typeface="Arial" panose="020B0604020202020204" pitchFamily="34" charset="0"/>
              <a:buChar char="•"/>
              <a:defRPr sz="4209"/>
            </a:lvl5pPr>
            <a:lvl6pPr marL="5880392" indent="-534581" defTabSz="2138324">
              <a:lnSpc>
                <a:spcPct val="90000"/>
              </a:lnSpc>
              <a:spcBef>
                <a:spcPts val="1169"/>
              </a:spcBef>
              <a:buFont typeface="Arial" panose="020B0604020202020204" pitchFamily="34" charset="0"/>
              <a:buChar char="•"/>
              <a:defRPr sz="4209"/>
            </a:lvl6pPr>
            <a:lvl7pPr marL="6949554" indent="-534581" defTabSz="2138324">
              <a:lnSpc>
                <a:spcPct val="90000"/>
              </a:lnSpc>
              <a:spcBef>
                <a:spcPts val="1169"/>
              </a:spcBef>
              <a:buFont typeface="Arial" panose="020B0604020202020204" pitchFamily="34" charset="0"/>
              <a:buChar char="•"/>
              <a:defRPr sz="4209"/>
            </a:lvl7pPr>
            <a:lvl8pPr marL="8018717" indent="-534581" defTabSz="2138324">
              <a:lnSpc>
                <a:spcPct val="90000"/>
              </a:lnSpc>
              <a:spcBef>
                <a:spcPts val="1169"/>
              </a:spcBef>
              <a:buFont typeface="Arial" panose="020B0604020202020204" pitchFamily="34" charset="0"/>
              <a:buChar char="•"/>
              <a:defRPr sz="4209"/>
            </a:lvl8pPr>
            <a:lvl9pPr marL="9087879" indent="-534581" defTabSz="2138324">
              <a:lnSpc>
                <a:spcPct val="90000"/>
              </a:lnSpc>
              <a:spcBef>
                <a:spcPts val="1169"/>
              </a:spcBef>
              <a:buFont typeface="Arial" panose="020B0604020202020204" pitchFamily="34" charset="0"/>
              <a:buChar char="•"/>
              <a:defRPr sz="4209"/>
            </a:lvl9pPr>
          </a:lstStyle>
          <a:p>
            <a:r>
              <a:rPr lang="en-IN" dirty="0"/>
              <a:t>Indian labour sectors face wage disparities due to weak enforcement and inefficient manual audits, creating a need for scalable, data-driven solutions. Existing work uses ML and legal NLP to analyse wage patterns but faces challenges in interpretability and data limitations. Key gaps include lack of end-to-end violation detection, enforcement factors and reliable policy diagnostics.</a:t>
            </a:r>
          </a:p>
        </p:txBody>
      </p:sp>
      <p:sp>
        <p:nvSpPr>
          <p:cNvPr id="22" name="Rectangle 21"/>
          <p:cNvSpPr/>
          <p:nvPr/>
        </p:nvSpPr>
        <p:spPr>
          <a:xfrm>
            <a:off x="415049" y="2481980"/>
            <a:ext cx="2514919" cy="646331"/>
          </a:xfrm>
          <a:prstGeom prst="rect">
            <a:avLst/>
          </a:prstGeom>
        </p:spPr>
        <p:txBody>
          <a:bodyPr wrap="none">
            <a:spAutoFit/>
          </a:bodyPr>
          <a:lstStyle/>
          <a:p>
            <a:pPr algn="ctr"/>
            <a:r>
              <a:rPr lang="en-US" sz="3600" dirty="0"/>
              <a:t>Introduction</a:t>
            </a:r>
          </a:p>
        </p:txBody>
      </p:sp>
      <p:sp>
        <p:nvSpPr>
          <p:cNvPr id="27" name="Text Placeholder 68"/>
          <p:cNvSpPr txBox="1">
            <a:spLocks/>
          </p:cNvSpPr>
          <p:nvPr/>
        </p:nvSpPr>
        <p:spPr>
          <a:xfrm>
            <a:off x="10703962" y="23383399"/>
            <a:ext cx="10350000" cy="2872913"/>
          </a:xfrm>
          <a:prstGeom prst="rect">
            <a:avLst/>
          </a:prstGeom>
          <a:noFill/>
          <a:ln w="15875">
            <a:solidFill>
              <a:schemeClr val="accent1">
                <a:shade val="50000"/>
              </a:schemeClr>
            </a:solidFill>
          </a:ln>
        </p:spPr>
        <p:txBody>
          <a:bodyPr>
            <a:noAutofit/>
          </a:bodyPr>
          <a:lstStyle>
            <a:defPPr>
              <a:defRPr lang="en-US"/>
            </a:defPPr>
            <a:lvl1pPr indent="0" defTabSz="2138324">
              <a:lnSpc>
                <a:spcPct val="90000"/>
              </a:lnSpc>
              <a:spcBef>
                <a:spcPts val="2339"/>
              </a:spcBef>
              <a:buFont typeface="Arial" panose="020B0604020202020204" pitchFamily="34" charset="0"/>
              <a:buNone/>
              <a:defRPr sz="2400"/>
            </a:lvl1pPr>
            <a:lvl2pPr marL="1603743" indent="-534581" defTabSz="2138324">
              <a:lnSpc>
                <a:spcPct val="90000"/>
              </a:lnSpc>
              <a:spcBef>
                <a:spcPts val="1169"/>
              </a:spcBef>
              <a:buFont typeface="Arial" panose="020B0604020202020204" pitchFamily="34" charset="0"/>
              <a:buChar char="•"/>
              <a:defRPr sz="5612"/>
            </a:lvl2pPr>
            <a:lvl3pPr marL="2672906" indent="-534581" defTabSz="2138324">
              <a:lnSpc>
                <a:spcPct val="90000"/>
              </a:lnSpc>
              <a:spcBef>
                <a:spcPts val="1169"/>
              </a:spcBef>
              <a:buFont typeface="Arial" panose="020B0604020202020204" pitchFamily="34" charset="0"/>
              <a:buChar char="•"/>
              <a:defRPr sz="4677"/>
            </a:lvl3pPr>
            <a:lvl4pPr marL="3742068" indent="-534581" defTabSz="2138324">
              <a:lnSpc>
                <a:spcPct val="90000"/>
              </a:lnSpc>
              <a:spcBef>
                <a:spcPts val="1169"/>
              </a:spcBef>
              <a:buFont typeface="Arial" panose="020B0604020202020204" pitchFamily="34" charset="0"/>
              <a:buChar char="•"/>
              <a:defRPr sz="4209"/>
            </a:lvl4pPr>
            <a:lvl5pPr marL="4811230" indent="-534581" defTabSz="2138324">
              <a:lnSpc>
                <a:spcPct val="90000"/>
              </a:lnSpc>
              <a:spcBef>
                <a:spcPts val="1169"/>
              </a:spcBef>
              <a:buFont typeface="Arial" panose="020B0604020202020204" pitchFamily="34" charset="0"/>
              <a:buChar char="•"/>
              <a:defRPr sz="4209"/>
            </a:lvl5pPr>
            <a:lvl6pPr marL="5880392" indent="-534581" defTabSz="2138324">
              <a:lnSpc>
                <a:spcPct val="90000"/>
              </a:lnSpc>
              <a:spcBef>
                <a:spcPts val="1169"/>
              </a:spcBef>
              <a:buFont typeface="Arial" panose="020B0604020202020204" pitchFamily="34" charset="0"/>
              <a:buChar char="•"/>
              <a:defRPr sz="4209"/>
            </a:lvl6pPr>
            <a:lvl7pPr marL="6949554" indent="-534581" defTabSz="2138324">
              <a:lnSpc>
                <a:spcPct val="90000"/>
              </a:lnSpc>
              <a:spcBef>
                <a:spcPts val="1169"/>
              </a:spcBef>
              <a:buFont typeface="Arial" panose="020B0604020202020204" pitchFamily="34" charset="0"/>
              <a:buChar char="•"/>
              <a:defRPr sz="4209"/>
            </a:lvl7pPr>
            <a:lvl8pPr marL="8018717" indent="-534581" defTabSz="2138324">
              <a:lnSpc>
                <a:spcPct val="90000"/>
              </a:lnSpc>
              <a:spcBef>
                <a:spcPts val="1169"/>
              </a:spcBef>
              <a:buFont typeface="Arial" panose="020B0604020202020204" pitchFamily="34" charset="0"/>
              <a:buChar char="•"/>
              <a:defRPr sz="4209"/>
            </a:lvl8pPr>
            <a:lvl9pPr marL="9087879" indent="-534581" defTabSz="2138324">
              <a:lnSpc>
                <a:spcPct val="90000"/>
              </a:lnSpc>
              <a:spcBef>
                <a:spcPts val="1169"/>
              </a:spcBef>
              <a:buFont typeface="Arial" panose="020B0604020202020204" pitchFamily="34" charset="0"/>
              <a:buChar char="•"/>
              <a:defRPr sz="4209"/>
            </a:lvl9pPr>
          </a:lstStyle>
          <a:p>
            <a:r>
              <a:rPr lang="en-IN" dirty="0"/>
              <a:t>The project demonstrates that AI-based models can effectively identify wage inefficiencies by analysing labour data with quantum ML model capturing complex relationships beyond classical approaches. The results support the hypothesis that integrating QML enhances prediction depth and fairness in wage analysis. Key insights highlight the role of multiple socio-economic factors influencing wage disparities. Future work can focus on larger datasets, real-time deployment and improved quantum models for scalable and accurate wage monitoring.</a:t>
            </a:r>
          </a:p>
        </p:txBody>
      </p:sp>
      <p:sp>
        <p:nvSpPr>
          <p:cNvPr id="28" name="Rectangle 27"/>
          <p:cNvSpPr/>
          <p:nvPr/>
        </p:nvSpPr>
        <p:spPr>
          <a:xfrm>
            <a:off x="10655812" y="26266723"/>
            <a:ext cx="10362150" cy="2308324"/>
          </a:xfrm>
          <a:prstGeom prst="rect">
            <a:avLst/>
          </a:prstGeom>
        </p:spPr>
        <p:txBody>
          <a:bodyPr wrap="square">
            <a:spAutoFit/>
          </a:bodyPr>
          <a:lstStyle/>
          <a:p>
            <a:r>
              <a:rPr lang="en-US" sz="3600" dirty="0"/>
              <a:t>References</a:t>
            </a:r>
          </a:p>
          <a:p>
            <a:r>
              <a:rPr lang="en-IN" sz="2400" dirty="0"/>
              <a:t>The body text / font size should be between 24 and 32 points. Calibri font</a:t>
            </a:r>
            <a:endParaRPr lang="en-US" sz="2400" dirty="0"/>
          </a:p>
          <a:p>
            <a:r>
              <a:rPr lang="en-US" sz="2400" b="1" dirty="0"/>
              <a:t>Demo Video Link:</a:t>
            </a:r>
          </a:p>
          <a:p>
            <a:r>
              <a:rPr lang="en-US" sz="2400" b="1" dirty="0"/>
              <a:t> </a:t>
            </a:r>
            <a:r>
              <a:rPr lang="en-US" sz="2400" dirty="0"/>
              <a:t>Paste the QR code of demo video link here. Should be accessible by anyone.</a:t>
            </a:r>
          </a:p>
          <a:p>
            <a:pPr algn="ctr"/>
            <a:endParaRPr lang="en-US" sz="3600" dirty="0"/>
          </a:p>
        </p:txBody>
      </p:sp>
      <p:sp>
        <p:nvSpPr>
          <p:cNvPr id="29" name="Rectangle 28"/>
          <p:cNvSpPr/>
          <p:nvPr/>
        </p:nvSpPr>
        <p:spPr>
          <a:xfrm>
            <a:off x="10788168" y="22741062"/>
            <a:ext cx="2233304" cy="646331"/>
          </a:xfrm>
          <a:prstGeom prst="rect">
            <a:avLst/>
          </a:prstGeom>
        </p:spPr>
        <p:txBody>
          <a:bodyPr wrap="none">
            <a:spAutoFit/>
          </a:bodyPr>
          <a:lstStyle/>
          <a:p>
            <a:pPr algn="ctr"/>
            <a:r>
              <a:rPr lang="en-US" sz="3600" dirty="0"/>
              <a:t>Conclusion</a:t>
            </a: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5402" y="419068"/>
            <a:ext cx="2142948" cy="2069595"/>
          </a:xfrm>
          <a:prstGeom prst="rect">
            <a:avLst/>
          </a:prstGeom>
        </p:spPr>
      </p:pic>
      <p:sp>
        <p:nvSpPr>
          <p:cNvPr id="24" name="Text Placeholder 68"/>
          <p:cNvSpPr txBox="1">
            <a:spLocks/>
          </p:cNvSpPr>
          <p:nvPr/>
        </p:nvSpPr>
        <p:spPr>
          <a:xfrm>
            <a:off x="413416" y="5626363"/>
            <a:ext cx="10290545" cy="1161304"/>
          </a:xfrm>
          <a:prstGeom prst="rect">
            <a:avLst/>
          </a:prstGeom>
          <a:noFill/>
          <a:ln w="15875">
            <a:solidFill>
              <a:schemeClr val="accent1">
                <a:shade val="50000"/>
              </a:schemeClr>
            </a:solidFill>
          </a:ln>
        </p:spPr>
        <p:txBody>
          <a:bodyPr>
            <a:noAutofit/>
          </a:bodyPr>
          <a:lstStyle>
            <a:defPPr>
              <a:defRPr lang="en-US"/>
            </a:defPPr>
            <a:lvl1pPr indent="0" defTabSz="2138324">
              <a:lnSpc>
                <a:spcPct val="90000"/>
              </a:lnSpc>
              <a:spcBef>
                <a:spcPts val="2339"/>
              </a:spcBef>
              <a:buFont typeface="Arial" panose="020B0604020202020204" pitchFamily="34" charset="0"/>
              <a:buNone/>
              <a:defRPr sz="2400"/>
            </a:lvl1pPr>
            <a:lvl2pPr marL="1603743" indent="-534581" defTabSz="2138324">
              <a:lnSpc>
                <a:spcPct val="90000"/>
              </a:lnSpc>
              <a:spcBef>
                <a:spcPts val="1169"/>
              </a:spcBef>
              <a:buFont typeface="Arial" panose="020B0604020202020204" pitchFamily="34" charset="0"/>
              <a:buChar char="•"/>
              <a:defRPr sz="5612"/>
            </a:lvl2pPr>
            <a:lvl3pPr marL="2672906" indent="-534581" defTabSz="2138324">
              <a:lnSpc>
                <a:spcPct val="90000"/>
              </a:lnSpc>
              <a:spcBef>
                <a:spcPts val="1169"/>
              </a:spcBef>
              <a:buFont typeface="Arial" panose="020B0604020202020204" pitchFamily="34" charset="0"/>
              <a:buChar char="•"/>
              <a:defRPr sz="4677"/>
            </a:lvl3pPr>
            <a:lvl4pPr marL="3742068" indent="-534581" defTabSz="2138324">
              <a:lnSpc>
                <a:spcPct val="90000"/>
              </a:lnSpc>
              <a:spcBef>
                <a:spcPts val="1169"/>
              </a:spcBef>
              <a:buFont typeface="Arial" panose="020B0604020202020204" pitchFamily="34" charset="0"/>
              <a:buChar char="•"/>
              <a:defRPr sz="4209"/>
            </a:lvl4pPr>
            <a:lvl5pPr marL="4811230" indent="-534581" defTabSz="2138324">
              <a:lnSpc>
                <a:spcPct val="90000"/>
              </a:lnSpc>
              <a:spcBef>
                <a:spcPts val="1169"/>
              </a:spcBef>
              <a:buFont typeface="Arial" panose="020B0604020202020204" pitchFamily="34" charset="0"/>
              <a:buChar char="•"/>
              <a:defRPr sz="4209"/>
            </a:lvl5pPr>
            <a:lvl6pPr marL="5880392" indent="-534581" defTabSz="2138324">
              <a:lnSpc>
                <a:spcPct val="90000"/>
              </a:lnSpc>
              <a:spcBef>
                <a:spcPts val="1169"/>
              </a:spcBef>
              <a:buFont typeface="Arial" panose="020B0604020202020204" pitchFamily="34" charset="0"/>
              <a:buChar char="•"/>
              <a:defRPr sz="4209"/>
            </a:lvl6pPr>
            <a:lvl7pPr marL="6949554" indent="-534581" defTabSz="2138324">
              <a:lnSpc>
                <a:spcPct val="90000"/>
              </a:lnSpc>
              <a:spcBef>
                <a:spcPts val="1169"/>
              </a:spcBef>
              <a:buFont typeface="Arial" panose="020B0604020202020204" pitchFamily="34" charset="0"/>
              <a:buChar char="•"/>
              <a:defRPr sz="4209"/>
            </a:lvl7pPr>
            <a:lvl8pPr marL="8018717" indent="-534581" defTabSz="2138324">
              <a:lnSpc>
                <a:spcPct val="90000"/>
              </a:lnSpc>
              <a:spcBef>
                <a:spcPts val="1169"/>
              </a:spcBef>
              <a:buFont typeface="Arial" panose="020B0604020202020204" pitchFamily="34" charset="0"/>
              <a:buChar char="•"/>
              <a:defRPr sz="4209"/>
            </a:lvl8pPr>
            <a:lvl9pPr marL="9087879" indent="-534581" defTabSz="2138324">
              <a:lnSpc>
                <a:spcPct val="90000"/>
              </a:lnSpc>
              <a:spcBef>
                <a:spcPts val="1169"/>
              </a:spcBef>
              <a:buFont typeface="Arial" panose="020B0604020202020204" pitchFamily="34" charset="0"/>
              <a:buChar char="•"/>
              <a:defRPr sz="4209"/>
            </a:lvl9pPr>
          </a:lstStyle>
          <a:p>
            <a:r>
              <a:rPr lang="en-US" dirty="0"/>
              <a:t>Motivated by the need for a transparent and scalable system to detect wage inefficiencies beyond manual audits. Aims to improve trust and fairness by combining explainable AI with Quantum ML for better wage analysis.</a:t>
            </a:r>
            <a:endParaRPr lang="en-IN" dirty="0"/>
          </a:p>
        </p:txBody>
      </p:sp>
      <p:sp>
        <p:nvSpPr>
          <p:cNvPr id="25" name="Rectangle 24"/>
          <p:cNvSpPr/>
          <p:nvPr/>
        </p:nvSpPr>
        <p:spPr>
          <a:xfrm>
            <a:off x="396948" y="4878812"/>
            <a:ext cx="2246321" cy="646331"/>
          </a:xfrm>
          <a:prstGeom prst="rect">
            <a:avLst/>
          </a:prstGeom>
        </p:spPr>
        <p:txBody>
          <a:bodyPr wrap="none">
            <a:spAutoFit/>
          </a:bodyPr>
          <a:lstStyle/>
          <a:p>
            <a:pPr algn="ctr"/>
            <a:r>
              <a:rPr lang="en-US" sz="3600" dirty="0"/>
              <a:t>Motivation</a:t>
            </a:r>
          </a:p>
        </p:txBody>
      </p:sp>
      <p:sp>
        <p:nvSpPr>
          <p:cNvPr id="4" name="TextBox 3">
            <a:extLst>
              <a:ext uri="{FF2B5EF4-FFF2-40B4-BE49-F238E27FC236}">
                <a16:creationId xmlns:a16="http://schemas.microsoft.com/office/drawing/2014/main" id="{CD7AD927-4A29-157D-4A38-E019900B94D9}"/>
              </a:ext>
            </a:extLst>
          </p:cNvPr>
          <p:cNvSpPr txBox="1"/>
          <p:nvPr/>
        </p:nvSpPr>
        <p:spPr>
          <a:xfrm>
            <a:off x="10836167" y="28168600"/>
            <a:ext cx="9951578" cy="1569660"/>
          </a:xfrm>
          <a:prstGeom prst="rect">
            <a:avLst/>
          </a:prstGeom>
          <a:noFill/>
        </p:spPr>
        <p:txBody>
          <a:bodyPr wrap="square" rtlCol="0">
            <a:spAutoFit/>
          </a:bodyPr>
          <a:lstStyle/>
          <a:p>
            <a:r>
              <a:rPr lang="en-IN" sz="3200" b="1" dirty="0"/>
              <a:t>Student Reg. No, Name: (22BCE0984)Preeti </a:t>
            </a:r>
            <a:r>
              <a:rPr lang="en-IN" sz="3200" b="1" dirty="0" err="1"/>
              <a:t>Ambwani</a:t>
            </a:r>
            <a:r>
              <a:rPr lang="en-IN" sz="3200" b="1" dirty="0"/>
              <a:t>, (22BKT0100) Shreeya Srivastava</a:t>
            </a:r>
          </a:p>
          <a:p>
            <a:r>
              <a:rPr lang="en-IN" sz="3200" b="1" dirty="0"/>
              <a:t>Guide Name: Prof. Shalini L.</a:t>
            </a:r>
          </a:p>
        </p:txBody>
      </p:sp>
      <p:pic>
        <p:nvPicPr>
          <p:cNvPr id="20" name="Picture 19">
            <a:extLst>
              <a:ext uri="{FF2B5EF4-FFF2-40B4-BE49-F238E27FC236}">
                <a16:creationId xmlns:a16="http://schemas.microsoft.com/office/drawing/2014/main" id="{C532366A-33EF-B48E-068E-33BAA7D92E2B}"/>
              </a:ext>
            </a:extLst>
          </p:cNvPr>
          <p:cNvPicPr>
            <a:picLocks noChangeAspect="1"/>
          </p:cNvPicPr>
          <p:nvPr/>
        </p:nvPicPr>
        <p:blipFill>
          <a:blip r:embed="rId3"/>
          <a:stretch>
            <a:fillRect/>
          </a:stretch>
        </p:blipFill>
        <p:spPr>
          <a:xfrm>
            <a:off x="10846552" y="8682580"/>
            <a:ext cx="10132088" cy="7568175"/>
          </a:xfrm>
          <a:prstGeom prst="rect">
            <a:avLst/>
          </a:prstGeom>
        </p:spPr>
      </p:pic>
      <p:pic>
        <p:nvPicPr>
          <p:cNvPr id="36" name="Picture 35">
            <a:extLst>
              <a:ext uri="{FF2B5EF4-FFF2-40B4-BE49-F238E27FC236}">
                <a16:creationId xmlns:a16="http://schemas.microsoft.com/office/drawing/2014/main" id="{5EE6FCFC-8F5C-2CBD-24EF-13FA8306EAB1}"/>
              </a:ext>
            </a:extLst>
          </p:cNvPr>
          <p:cNvPicPr>
            <a:picLocks noChangeAspect="1"/>
          </p:cNvPicPr>
          <p:nvPr/>
        </p:nvPicPr>
        <p:blipFill>
          <a:blip r:embed="rId4"/>
          <a:stretch>
            <a:fillRect/>
          </a:stretch>
        </p:blipFill>
        <p:spPr>
          <a:xfrm>
            <a:off x="11480296" y="16893092"/>
            <a:ext cx="8864600" cy="5917884"/>
          </a:xfrm>
          <a:prstGeom prst="rect">
            <a:avLst/>
          </a:prstGeom>
        </p:spPr>
      </p:pic>
      <p:sp>
        <p:nvSpPr>
          <p:cNvPr id="38" name="TextBox 37">
            <a:extLst>
              <a:ext uri="{FF2B5EF4-FFF2-40B4-BE49-F238E27FC236}">
                <a16:creationId xmlns:a16="http://schemas.microsoft.com/office/drawing/2014/main" id="{D7BEB04A-AC7E-2DDD-7963-776C8FD635F2}"/>
              </a:ext>
            </a:extLst>
          </p:cNvPr>
          <p:cNvSpPr txBox="1"/>
          <p:nvPr/>
        </p:nvSpPr>
        <p:spPr>
          <a:xfrm>
            <a:off x="10788168" y="16421016"/>
            <a:ext cx="10693400" cy="461665"/>
          </a:xfrm>
          <a:prstGeom prst="rect">
            <a:avLst/>
          </a:prstGeom>
          <a:noFill/>
        </p:spPr>
        <p:txBody>
          <a:bodyPr wrap="square">
            <a:spAutoFit/>
          </a:bodyPr>
          <a:lstStyle/>
          <a:p>
            <a:r>
              <a:rPr lang="en-IN" sz="2400" i="1" dirty="0"/>
              <a:t>Quantum Clustering – Inequality Worker Profiles</a:t>
            </a:r>
          </a:p>
        </p:txBody>
      </p:sp>
      <p:pic>
        <p:nvPicPr>
          <p:cNvPr id="40" name="Picture 39">
            <a:extLst>
              <a:ext uri="{FF2B5EF4-FFF2-40B4-BE49-F238E27FC236}">
                <a16:creationId xmlns:a16="http://schemas.microsoft.com/office/drawing/2014/main" id="{90AA3E9E-606D-15CD-0BD3-97983111FC36}"/>
              </a:ext>
            </a:extLst>
          </p:cNvPr>
          <p:cNvPicPr>
            <a:picLocks noChangeAspect="1"/>
          </p:cNvPicPr>
          <p:nvPr/>
        </p:nvPicPr>
        <p:blipFill>
          <a:blip r:embed="rId5"/>
          <a:stretch>
            <a:fillRect/>
          </a:stretch>
        </p:blipFill>
        <p:spPr>
          <a:xfrm>
            <a:off x="2111508" y="14597354"/>
            <a:ext cx="6526080" cy="5032259"/>
          </a:xfrm>
          <a:prstGeom prst="rect">
            <a:avLst/>
          </a:prstGeom>
        </p:spPr>
      </p:pic>
      <p:pic>
        <p:nvPicPr>
          <p:cNvPr id="42" name="Picture 41">
            <a:extLst>
              <a:ext uri="{FF2B5EF4-FFF2-40B4-BE49-F238E27FC236}">
                <a16:creationId xmlns:a16="http://schemas.microsoft.com/office/drawing/2014/main" id="{3E5F7F3B-F087-8258-5EE2-86D4497E9349}"/>
              </a:ext>
            </a:extLst>
          </p:cNvPr>
          <p:cNvPicPr>
            <a:picLocks noChangeAspect="1"/>
          </p:cNvPicPr>
          <p:nvPr/>
        </p:nvPicPr>
        <p:blipFill>
          <a:blip r:embed="rId6"/>
          <a:stretch>
            <a:fillRect/>
          </a:stretch>
        </p:blipFill>
        <p:spPr>
          <a:xfrm>
            <a:off x="2210183" y="20692818"/>
            <a:ext cx="6506483" cy="4410691"/>
          </a:xfrm>
          <a:prstGeom prst="rect">
            <a:avLst/>
          </a:prstGeom>
        </p:spPr>
      </p:pic>
      <p:pic>
        <p:nvPicPr>
          <p:cNvPr id="44" name="Picture 43">
            <a:extLst>
              <a:ext uri="{FF2B5EF4-FFF2-40B4-BE49-F238E27FC236}">
                <a16:creationId xmlns:a16="http://schemas.microsoft.com/office/drawing/2014/main" id="{50F92478-0EB8-195E-16CC-283AE1C4814F}"/>
              </a:ext>
            </a:extLst>
          </p:cNvPr>
          <p:cNvPicPr>
            <a:picLocks noChangeAspect="1"/>
          </p:cNvPicPr>
          <p:nvPr/>
        </p:nvPicPr>
        <p:blipFill>
          <a:blip r:embed="rId7"/>
          <a:stretch>
            <a:fillRect/>
          </a:stretch>
        </p:blipFill>
        <p:spPr>
          <a:xfrm>
            <a:off x="2400710" y="25186960"/>
            <a:ext cx="6315956" cy="4467849"/>
          </a:xfrm>
          <a:prstGeom prst="rect">
            <a:avLst/>
          </a:prstGeom>
        </p:spPr>
      </p:pic>
      <p:sp>
        <p:nvSpPr>
          <p:cNvPr id="45" name="TextBox 44">
            <a:extLst>
              <a:ext uri="{FF2B5EF4-FFF2-40B4-BE49-F238E27FC236}">
                <a16:creationId xmlns:a16="http://schemas.microsoft.com/office/drawing/2014/main" id="{124ED9CC-DB37-7275-3103-CEBDF7CE9329}"/>
              </a:ext>
            </a:extLst>
          </p:cNvPr>
          <p:cNvSpPr txBox="1"/>
          <p:nvPr/>
        </p:nvSpPr>
        <p:spPr>
          <a:xfrm>
            <a:off x="2326683" y="14008452"/>
            <a:ext cx="6055317" cy="369332"/>
          </a:xfrm>
          <a:prstGeom prst="rect">
            <a:avLst/>
          </a:prstGeom>
          <a:noFill/>
        </p:spPr>
        <p:txBody>
          <a:bodyPr wrap="square">
            <a:spAutoFit/>
          </a:bodyPr>
          <a:lstStyle/>
          <a:p>
            <a:pPr algn="ctr"/>
            <a:r>
              <a:rPr lang="en-IN" sz="1800" i="1" dirty="0"/>
              <a:t>ROC Curves</a:t>
            </a:r>
          </a:p>
        </p:txBody>
      </p:sp>
      <p:sp>
        <p:nvSpPr>
          <p:cNvPr id="46" name="TextBox 45">
            <a:extLst>
              <a:ext uri="{FF2B5EF4-FFF2-40B4-BE49-F238E27FC236}">
                <a16:creationId xmlns:a16="http://schemas.microsoft.com/office/drawing/2014/main" id="{ADC5C850-8837-C26A-DC30-85F61195DE39}"/>
              </a:ext>
            </a:extLst>
          </p:cNvPr>
          <p:cNvSpPr txBox="1"/>
          <p:nvPr/>
        </p:nvSpPr>
        <p:spPr>
          <a:xfrm>
            <a:off x="3478079" y="20240035"/>
            <a:ext cx="4161218" cy="369332"/>
          </a:xfrm>
          <a:prstGeom prst="rect">
            <a:avLst/>
          </a:prstGeom>
          <a:noFill/>
        </p:spPr>
        <p:txBody>
          <a:bodyPr wrap="square">
            <a:spAutoFit/>
          </a:bodyPr>
          <a:lstStyle/>
          <a:p>
            <a:pPr algn="ctr"/>
            <a:r>
              <a:rPr lang="en-IN" sz="1800" i="1" dirty="0"/>
              <a:t>Quantum ML Training Curves</a:t>
            </a:r>
          </a:p>
        </p:txBody>
      </p:sp>
    </p:spTree>
    <p:extLst>
      <p:ext uri="{BB962C8B-B14F-4D97-AF65-F5344CB8AC3E}">
        <p14:creationId xmlns:p14="http://schemas.microsoft.com/office/powerpoint/2010/main" val="3606041153"/>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oster_2016_m.potx" id="{C99F4834-73B2-44AB-9211-DD57E3EBE727}" vid="{C99B119E-4D31-4661-B76A-37761BBBC0B1}"/>
    </a:ext>
  </a:extLst>
</a:theme>
</file>

<file path=docProps/app.xml><?xml version="1.0" encoding="utf-8"?>
<Properties xmlns="http://schemas.openxmlformats.org/officeDocument/2006/extended-properties" xmlns:vt="http://schemas.openxmlformats.org/officeDocument/2006/docPropsVTypes">
  <Template/>
  <TotalTime>825</TotalTime>
  <Words>539</Words>
  <Application>Microsoft Office PowerPoint</Application>
  <PresentationFormat>Custom</PresentationFormat>
  <Paragraphs>38</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Calibri</vt:lpstr>
      <vt:lpstr>Calibri Light</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Jayasankar Variyar</dc:creator>
  <cp:lastModifiedBy>SHREEYA SRIVASTAVA</cp:lastModifiedBy>
  <cp:revision>30</cp:revision>
  <dcterms:created xsi:type="dcterms:W3CDTF">2016-03-28T06:32:15Z</dcterms:created>
  <dcterms:modified xsi:type="dcterms:W3CDTF">2026-04-14T06:41:16Z</dcterms:modified>
</cp:coreProperties>
</file>